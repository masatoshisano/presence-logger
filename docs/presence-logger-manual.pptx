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10362895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99713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1E40AF"/>
                </a:solidFill>
                <a:latin typeface="Meiryo"/>
              </a:rPr>
              <a:t>Presence Logger 使い方マニュアル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99713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Meiryo"/>
              </a:rPr>
              <a:t>インストール・運用・確認・トラブルシュート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999713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DBEAFE"/>
                </a:solidFill>
                <a:latin typeface="Meiryo"/>
              </a:rPr>
              <a:t>Raspberry Pi 5 + USB Camera + Oracle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1. 必要なもの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Meiryo"/>
              </a:rPr>
              <a:t>事前準備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669280" cy="4114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5669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🖥️ ハードウェア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5669280" cy="21488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4864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"/>
              </a:rPr>
              <a:t>・Raspberry Pi 5 (4 でも可)</a:t>
            </a:r>
            <a:br/>
            <a:r>
              <a:rPr sz="1400" b="0">
                <a:solidFill>
                  <a:srgbClr val="111827"/>
                </a:solidFill>
                <a:latin typeface="Meiryo"/>
              </a:rPr>
              <a:t>・USB UVC カメラ</a:t>
            </a:r>
            <a:br/>
            <a:r>
              <a:rPr sz="1400" b="0">
                <a:solidFill>
                  <a:srgbClr val="111827"/>
                </a:solidFill>
                <a:latin typeface="Meiryo"/>
              </a:rPr>
              <a:t>・microSD 32GB 以上</a:t>
            </a:r>
            <a:br/>
            <a:r>
              <a:rPr sz="1400" b="0">
                <a:solidFill>
                  <a:srgbClr val="111827"/>
                </a:solidFill>
                <a:latin typeface="Meiryo"/>
              </a:rPr>
              <a:t>・電源 + ケース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66928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80160"/>
            <a:ext cx="5669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💿 OS / ソフト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669280" cy="21488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4864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"/>
              </a:rPr>
              <a:t>・Raspberry Pi OS Bookworm 64bit</a:t>
            </a:r>
            <a:br/>
            <a:r>
              <a:rPr sz="1400" b="0">
                <a:solidFill>
                  <a:srgbClr val="111827"/>
                </a:solidFill>
                <a:latin typeface="Meiryo"/>
              </a:rPr>
              <a:t>・Docker + docker compose v2</a:t>
            </a:r>
            <a:br/>
            <a:r>
              <a:rPr sz="1400" b="0">
                <a:solidFill>
                  <a:srgbClr val="111827"/>
                </a:solidFill>
                <a:latin typeface="Meiryo"/>
              </a:rPr>
              <a:t>・NetworkManager (nmcli)</a:t>
            </a:r>
            <a:br/>
            <a:r>
              <a:rPr sz="1400" b="0">
                <a:solidFill>
                  <a:srgbClr val="111827"/>
                </a:solidFill>
                <a:latin typeface="Meiryo"/>
              </a:rPr>
              <a:t>・jq (apt install jq)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023360"/>
            <a:ext cx="5669280" cy="4114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023360"/>
            <a:ext cx="5669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🌐 ネットワーク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434840"/>
            <a:ext cx="5669280" cy="21488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54864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"/>
              </a:rPr>
              <a:t>・WiFi (taden-ot-ap 等)</a:t>
            </a:r>
            <a:br/>
            <a:r>
              <a:rPr sz="1400" b="0">
                <a:solidFill>
                  <a:srgbClr val="111827"/>
                </a:solidFill>
                <a:latin typeface="Meiryo"/>
              </a:rPr>
              <a:t>・Oracle DB への到達</a:t>
            </a:r>
            <a:br/>
            <a:r>
              <a:rPr sz="1400" b="0">
                <a:solidFill>
                  <a:srgbClr val="111827"/>
                </a:solidFill>
                <a:latin typeface="Meiryo"/>
              </a:rPr>
              <a:t>・NTP 同期 (NTP サーバ到達)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23360"/>
            <a:ext cx="5669280" cy="4114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023360"/>
            <a:ext cx="5669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🗄️ Oracle 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434840"/>
            <a:ext cx="5669280" cy="21488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480560"/>
            <a:ext cx="548640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eiryo"/>
              </a:rPr>
              <a:t>・Cloud ADB (Wallet) OR</a:t>
            </a:r>
            <a:br/>
            <a:r>
              <a:rPr sz="1400" b="0">
                <a:solidFill>
                  <a:srgbClr val="111827"/>
                </a:solidFill>
                <a:latin typeface="Meiryo"/>
              </a:rPr>
              <a:t>  オンプレ Oracle (直接接続)</a:t>
            </a:r>
            <a:br/>
            <a:r>
              <a:rPr sz="1400" b="0">
                <a:solidFill>
                  <a:srgbClr val="111827"/>
                </a:solidFill>
                <a:latin typeface="Meiryo"/>
              </a:rPr>
              <a:t>・テーブル HF1RCM01 (5カラム)</a:t>
            </a:r>
            <a:br/>
            <a:r>
              <a:rPr sz="1400" b="0">
                <a:solidFill>
                  <a:srgbClr val="111827"/>
                </a:solidFill>
                <a:latin typeface="Meiryo"/>
              </a:rPr>
              <a:t>・接続用ユーザ + パスワード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2. インストール手順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Meiryo"/>
              </a:rPr>
              <a:t>5 ステップで完了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1280160"/>
            <a:ext cx="731520" cy="9601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731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280160"/>
            <a:ext cx="2286000" cy="96012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280160"/>
            <a:ext cx="2286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E40AF"/>
                </a:solidFill>
                <a:latin typeface="Meiryo"/>
              </a:rPr>
              <a:t>クローン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280160"/>
            <a:ext cx="8138160" cy="9601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325880"/>
            <a:ext cx="8046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1FAE5"/>
                </a:solidFill>
                <a:latin typeface="Consolas"/>
              </a:rPr>
              <a:t>git clone https://github.com/.../presence-logger.git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cd presence-logger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2286000"/>
            <a:ext cx="731520" cy="9601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86000"/>
            <a:ext cx="731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2286000"/>
            <a:ext cx="2286000" cy="96012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286000"/>
            <a:ext cx="2286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E40AF"/>
                </a:solidFill>
                <a:latin typeface="Meiryo"/>
              </a:rPr>
              <a:t>MediaPipe モデル DL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286000"/>
            <a:ext cx="8138160" cy="9601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2331720"/>
            <a:ext cx="8046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1FAE5"/>
                </a:solidFill>
                <a:latin typeface="Consolas"/>
              </a:rPr>
              <a:t>sudo curl -o services/detector/models/efficientdet_lite0.tflite \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  https://storage.googleapis.com/.../efficientdet_lite0.tflite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" y="3291840"/>
            <a:ext cx="731520" cy="9601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91840"/>
            <a:ext cx="731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3291840"/>
            <a:ext cx="2286000" cy="96012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3291840"/>
            <a:ext cx="2286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E40AF"/>
                </a:solidFill>
                <a:latin typeface="Meiryo"/>
              </a:rPr>
              <a:t>インストーラ実行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291840"/>
            <a:ext cx="8138160" cy="9601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39" y="3337560"/>
            <a:ext cx="8046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1FAE5"/>
                </a:solidFill>
                <a:latin typeface="Consolas"/>
              </a:rPr>
              <a:t>sudo bash scripts/install.sh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→ /etc/presence-logger/ に設定雛形配置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→ systemd unit 配置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→ timesyncd 設定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" y="4297680"/>
            <a:ext cx="731520" cy="9601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297680"/>
            <a:ext cx="731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4297680"/>
            <a:ext cx="2286000" cy="96012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297680"/>
            <a:ext cx="2286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E40AF"/>
                </a:solidFill>
                <a:latin typeface="Meiryo"/>
              </a:rPr>
              <a:t>設定ファイル編集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297680"/>
            <a:ext cx="8138160" cy="9601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39" y="4343400"/>
            <a:ext cx="8046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1FAE5"/>
                </a:solidFill>
                <a:latin typeface="Consolas"/>
              </a:rPr>
              <a:t>sudo $EDITOR /etc/presence-logger/profiles.yaml   # SSID→DB プロファイル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sudo $EDITOR /etc/presence-logger/secrets.env     # パスワード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sudo $EDITOR /etc/presence-logger/device.yaml     # ステーション番号</a:t>
            </a:r>
          </a:p>
        </p:txBody>
      </p:sp>
      <p:sp>
        <p:nvSpPr>
          <p:cNvPr id="29" name="Oval 28"/>
          <p:cNvSpPr/>
          <p:nvPr/>
        </p:nvSpPr>
        <p:spPr>
          <a:xfrm>
            <a:off x="365760" y="5303520"/>
            <a:ext cx="731520" cy="9601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303520"/>
            <a:ext cx="731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</a:rPr>
              <a:t>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80160" y="5303520"/>
            <a:ext cx="2286000" cy="96012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5303520"/>
            <a:ext cx="2286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E40AF"/>
                </a:solidFill>
                <a:latin typeface="Meiryo"/>
              </a:rPr>
              <a:t>ビルド &amp; 起動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5303520"/>
            <a:ext cx="8138160" cy="9601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39" y="5349240"/>
            <a:ext cx="8046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D1FAE5"/>
                </a:solidFill>
                <a:latin typeface="Consolas"/>
              </a:rPr>
              <a:t>sudo docker compose build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sudo docker compose up -d    # 動作確認用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または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sudo systemctl enable --now presence-logger.service  # 本番常駐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3. 設定ファイル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Meiryo"/>
              </a:rPr>
              <a:t>/etc/presence-logger/ 配下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2743200" cy="7772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profiles.yaml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280160"/>
            <a:ext cx="6858000" cy="7772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280160"/>
            <a:ext cx="6675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WiFi SSID → Oracle 接続のマッピング.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キー名 = SSID. wallet/basic auth 両対応.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ssid_unknown_policy で未知 SSID 時の挙動.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1280160"/>
            <a:ext cx="1645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0" y="1280160"/>
            <a:ext cx="1645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eiryo"/>
              </a:rPr>
              <a:t>0640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03120"/>
            <a:ext cx="2743200" cy="77724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0312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secrets.env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103120"/>
            <a:ext cx="6858000" cy="7772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103120"/>
            <a:ext cx="6675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パスワード等の秘匿情報.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ORACLE_PASSWORD_*, WALLET_PASSWORD_*.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${VAR} で profiles.yaml から参照.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2103120"/>
            <a:ext cx="1645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2103120"/>
            <a:ext cx="1645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eiryo"/>
              </a:rPr>
              <a:t>0640 root:docker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926080"/>
            <a:ext cx="2743200" cy="7772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2608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device.yaml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2926080"/>
            <a:ext cx="6858000" cy="7772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926080"/>
            <a:ext cx="6675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ステーション識別子 (sta_no1/2/3).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Oracle 行のキー部.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2926080"/>
            <a:ext cx="1645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2926080"/>
            <a:ext cx="1645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eiryo"/>
              </a:rPr>
              <a:t>0644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749040"/>
            <a:ext cx="2743200" cy="7772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74904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detector.yaml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3749040"/>
            <a:ext cx="6858000" cy="7772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749040"/>
            <a:ext cx="6675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カメラ FPS, 推論閾値,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デバウンス時間 (enter/exit) など.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40" y="3749040"/>
            <a:ext cx="1645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0" y="3749040"/>
            <a:ext cx="1645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eiryo"/>
              </a:rPr>
              <a:t>0644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572000"/>
            <a:ext cx="2743200" cy="7772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57200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bridge.yaml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4572000"/>
            <a:ext cx="6858000" cy="7772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4572000"/>
            <a:ext cx="6675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MQTT, retry, circuit breaker,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permanent_ora_codes 等.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0" y="4572000"/>
            <a:ext cx="1645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4572000"/>
            <a:ext cx="1645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eiryo"/>
              </a:rPr>
              <a:t>0644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5394960"/>
            <a:ext cx="2743200" cy="77724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39496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wallets/adb/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0" y="5394960"/>
            <a:ext cx="6858000" cy="7772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0" y="5394960"/>
            <a:ext cx="6675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Cloud ADB 接続用 Wallet 一式.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cwallet.sso, tnsnames.ora 等.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49840" y="5394960"/>
            <a:ext cx="1645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0" y="5394960"/>
            <a:ext cx="1645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eiryo"/>
              </a:rPr>
              <a:t>0750 root:docker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4. 起動・停止コマンド集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Meiryo"/>
              </a:rPr>
              <a:t>用途別 docker / systemd コマンド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4114800" cy="5943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4114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動作確認用に手動起動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280160"/>
            <a:ext cx="7223760" cy="5943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280160"/>
            <a:ext cx="7040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D1FAE5"/>
                </a:solidFill>
                <a:latin typeface="Consolas"/>
              </a:rPr>
              <a:t>sudo docker compose up -d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920240"/>
            <a:ext cx="4114800" cy="5943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4114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本番常駐 (再起動で自動起動)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920240"/>
            <a:ext cx="7223760" cy="5943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7040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D1FAE5"/>
                </a:solidFill>
                <a:latin typeface="Consolas"/>
              </a:rPr>
              <a:t>sudo systemctl enable --now presence-logger.service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560320"/>
            <a:ext cx="4114800" cy="5943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60320"/>
            <a:ext cx="4114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停止 (コンテナ削除)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560320"/>
            <a:ext cx="7223760" cy="5943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560320"/>
            <a:ext cx="7040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D1FAE5"/>
                </a:solidFill>
                <a:latin typeface="Consolas"/>
              </a:rPr>
              <a:t>sudo docker compose down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00400"/>
            <a:ext cx="4114800" cy="5943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00400"/>
            <a:ext cx="4114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停止 (コンテナ保持)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200400"/>
            <a:ext cx="7223760" cy="5943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200400"/>
            <a:ext cx="7040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D1FAE5"/>
                </a:solidFill>
                <a:latin typeface="Consolas"/>
              </a:rPr>
              <a:t>sudo docker compose stop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840480"/>
            <a:ext cx="4114800" cy="5943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840480"/>
            <a:ext cx="4114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再起動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840480"/>
            <a:ext cx="7223760" cy="5943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840480"/>
            <a:ext cx="7040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D1FAE5"/>
                </a:solidFill>
                <a:latin typeface="Consolas"/>
              </a:rPr>
              <a:t>sudo systemctl restart presence-logger.service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480560"/>
            <a:ext cx="4114800" cy="5943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480560"/>
            <a:ext cx="4114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特定コンテナだけ再起動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4480560"/>
            <a:ext cx="7223760" cy="5943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480560"/>
            <a:ext cx="7040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D1FAE5"/>
                </a:solidFill>
                <a:latin typeface="Consolas"/>
              </a:rPr>
              <a:t>sudo docker restart presence-bridge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120640"/>
            <a:ext cx="4114800" cy="59436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120640"/>
            <a:ext cx="4114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コンテナ状況確認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5120640"/>
            <a:ext cx="7223760" cy="5943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5120640"/>
            <a:ext cx="7040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D1FAE5"/>
                </a:solidFill>
                <a:latin typeface="Consolas"/>
              </a:rPr>
              <a:t>sudo docker compose 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760720"/>
            <a:ext cx="4114800" cy="59436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760720"/>
            <a:ext cx="4114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サービス状態確認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5760720"/>
            <a:ext cx="7223760" cy="59436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5760720"/>
            <a:ext cx="7040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D1FAE5"/>
                </a:solidFill>
                <a:latin typeface="Consolas"/>
              </a:rPr>
              <a:t>sudo systemctl status presence-logger.service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5. 動作確認スクリプト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Meiryo"/>
              </a:rPr>
              <a:t>bash scripts/verify-onprem.sh で 7 項目を自己診断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486400" cy="53035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035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1FAE5"/>
                </a:solidFill>
                <a:latin typeface="Consolas"/>
              </a:rPr>
              <a:t>$ bash /home/pi/Apps/presence-logger/scripts/verify-onprem.sh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===========================================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 presence-logger オンプレ接続自己診断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===========================================</a:t>
            </a:r>
            <a:br/>
            <a:br/>
            <a:r>
              <a:rPr sz="1000" b="0">
                <a:solidFill>
                  <a:srgbClr val="D1FAE5"/>
                </a:solidFill>
                <a:latin typeface="Consolas"/>
              </a:rPr>
              <a:t>[1/7] WiFi と IP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  [PASS] WiFi=taden-ot-ap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  [PASS] IP=172.29.1.4</a:t>
            </a:r>
            <a:br/>
            <a:br/>
            <a:r>
              <a:rPr sz="1000" b="0">
                <a:solidFill>
                  <a:srgbClr val="D1FAE5"/>
                </a:solidFill>
                <a:latin typeface="Consolas"/>
              </a:rPr>
              <a:t>[2/7] ゲートウェイ 172.29.1.254 到達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  [PASS] ping OK</a:t>
            </a:r>
            <a:br/>
            <a:br/>
            <a:r>
              <a:rPr sz="1000" b="0">
                <a:solidFill>
                  <a:srgbClr val="D1FAE5"/>
                </a:solidFill>
                <a:latin typeface="Consolas"/>
              </a:rPr>
              <a:t>[3/7] DNS 到達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  [PASS] ping OK</a:t>
            </a:r>
            <a:br/>
            <a:br/>
            <a:r>
              <a:rPr sz="1000" b="0">
                <a:solidFill>
                  <a:srgbClr val="D1FAE5"/>
                </a:solidFill>
                <a:latin typeface="Consolas"/>
              </a:rPr>
              <a:t>[4/7] Oracle ホスト到達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  [PASS] ping OK</a:t>
            </a:r>
            <a:br/>
            <a:br/>
            <a:r>
              <a:rPr sz="1000" b="0">
                <a:solidFill>
                  <a:srgbClr val="D1FAE5"/>
                </a:solidFill>
                <a:latin typeface="Consolas"/>
              </a:rPr>
              <a:t>[5/7] TCP 1521 接続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  [PASS] TCP open</a:t>
            </a:r>
            <a:br/>
            <a:br/>
            <a:r>
              <a:rPr sz="1000" b="0">
                <a:solidFill>
                  <a:srgbClr val="D1FAE5"/>
                </a:solidFill>
                <a:latin typeface="Consolas"/>
              </a:rPr>
              <a:t>[6/7] Oracle ログイン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  [PASS] SYSDATE=2026-05-18 15:13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  [PASS] HF1RCM01 row count = 151</a:t>
            </a:r>
            <a:br/>
            <a:br/>
            <a:r>
              <a:rPr sz="1000" b="0">
                <a:solidFill>
                  <a:srgbClr val="D1FAE5"/>
                </a:solidFill>
                <a:latin typeface="Consolas"/>
              </a:rPr>
              <a:t>[7/7] コンテナ稼働状況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  [PASS] presence-bridge OK</a:t>
            </a:r>
            <a:br/>
            <a:br/>
            <a:r>
              <a:rPr sz="1000" b="0">
                <a:solidFill>
                  <a:srgbClr val="D1FAE5"/>
                </a:solidFill>
                <a:latin typeface="Consolas"/>
              </a:rPr>
              <a:t>===========================================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 ✅ 全項目 PASS — DB 接続可能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===========================================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280160"/>
            <a:ext cx="576072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280160"/>
            <a:ext cx="5760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✅ 何が確認できる?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91640"/>
            <a:ext cx="5760720" cy="2057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37360"/>
            <a:ext cx="557784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eiryo"/>
              </a:rPr>
              <a:t>[1] WiFi 接続 / IP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[2] ゲートウェイ到達 (L3)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[3] DNS 到達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[4] Oracle ホスト到達 (ICMP)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[5] Oracle ポート 1521 (TCP)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[6] Oracle ログイン + 既存テーブル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[7] presence-logger コンテナ稼働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840480"/>
            <a:ext cx="5760720" cy="4114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840480"/>
            <a:ext cx="5760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⚠️ FAIL 時の対処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251960"/>
            <a:ext cx="5760720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4297680"/>
            <a:ext cx="5577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[1] FAIL → sudo nmcli connection up taden-ot-ap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[2] FAIL → 管理者へ (MAC 認証 / 配線)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[5] FAIL → ファイアウォール / ルーティング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[6] DPY-6005 timed out → [5] と同じ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[6] DPY-6001 → Oracle インスタンス停止中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[6] ORA-1017 → パスワード違い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[7] WARN → sudo docker compose up -d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6. ライブログ追跡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Meiryo"/>
              </a:rPr>
              <a:t>bash scripts/tail-logs.sh でリアルタイム JSON ログ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1430000" cy="34747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1FAE5"/>
                </a:solidFill>
                <a:latin typeface="Consolas"/>
              </a:rPr>
              <a:t>$ bash /home/pi/Apps/presence-logger/scripts/tail-logs.sh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{"ts":"15:52:35.340","logger":"detector.mqtt",   "event":"publish"        ,"event_id":"e7e77337"}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{"ts":"15:52:35.367","logger":"detector.main",   "event":"transition"     ,"event_id":"e7e77337"}  ← ENTER 確定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{"ts":"15:52:35.370","logger":"bridge.main",     "event":"received"       ,"event_id":"e7e77337"}  ← bridge 受信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{"ts":"15:52:36.074","logger":"bridge.sender",   "event":"merge_committed","event_id":"e7e77337"}  ← ★ Oracle 書込成功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{"ts":"15:52:36.096","logger":"detector.main",   "event":"ack_received"   ,"event_id":"e7e77337"}  ← ACK 確定</a:t>
            </a:r>
            <a:br/>
            <a:r>
              <a:rPr sz="1000" b="0">
                <a:solidFill>
                  <a:srgbClr val="D1FAE5"/>
                </a:solidFill>
                <a:latin typeface="Consolas"/>
              </a:rPr>
              <a:t>                                                                                              所要 756ms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846320"/>
            <a:ext cx="566928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846320"/>
            <a:ext cx="5669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🎯 何を確認する?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257800"/>
            <a:ext cx="5669280" cy="12344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5486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・同じ event_id を縦に追う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・publish → received → merge_committed → ack_received が全部出れば正常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・merge_committed が出れば Oracle に行が増えている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846320"/>
            <a:ext cx="5577840" cy="4114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4846320"/>
            <a:ext cx="5577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⚠️ 異常パターン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257800"/>
            <a:ext cx="5577840" cy="12344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303520"/>
            <a:ext cx="5394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・publish だけ繰り返し → bridge 未受信 (MQTT 切断)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・received だけ繰り返し → bridge → Oracle 失敗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・merge_failed → ora_code を確認 (1017/942/12514 etc.)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・circuit_open → 15 分待機中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7. Oracle データ確認方法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Meiryo"/>
              </a:rPr>
              <a:t>実際に書き込まれた行を SELECT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6858000" cy="530352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6751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1FAE5"/>
                </a:solidFill>
                <a:latin typeface="Consolas"/>
              </a:rPr>
              <a:t>python3 -c "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import oracledb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c = oracledb.connect(user='ZHH001', password='ZHH001_99',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                     dsn=oracledb.makedsn('10.168.252.16', 1521,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                                          service_name='HHS001'))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cur = c.cursor()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cur.execute('SELECT COUNT(*) FROM HF1RCM01')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print('total rows:', cur.fetchone()[0])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cur.execute(\"SELECT MK_DATE, STA_NO1, STA_NO2, STA_NO3, T1_STATUS\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             FROM HF1RCM01 ORDER BY MK_DATE DESC\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             FETCH FIRST 10 ROWS ONLY\")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for r in cur.fetchall():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    status = 'ENTER' if r[4]==1 else 'EXIT'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    print(f'  {r[0]}  sta={r[1]}/{r[2]}/{r[3]}  {status}')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c.close()</a:t>
            </a:r>
            <a:br/>
            <a:r>
              <a:rPr sz="1100" b="0">
                <a:solidFill>
                  <a:srgbClr val="D1FAE5"/>
                </a:solidFill>
                <a:latin typeface="Consolas"/>
              </a:rPr>
              <a:t>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188720"/>
            <a:ext cx="4389120" cy="4114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18872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📋 HF1RCM01 のカラム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600200"/>
            <a:ext cx="4389120" cy="19659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0" y="1645920"/>
            <a:ext cx="420624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eiryo"/>
              </a:rPr>
              <a:t>MK_DATE    : YYYYMMDDhhmmss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STA_NO1    : ステーション #1 (3桁)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STA_NO2    : ステーション #2 (1文字)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STA_NO3    : ステーション #3 (2桁)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T1_STATUS  : 1=ENTER, 2=EXIT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657600"/>
            <a:ext cx="438912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365760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💡 確認のコツ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069080"/>
            <a:ext cx="4389120" cy="24231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4114800"/>
            <a:ext cx="420624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eiryo"/>
              </a:rPr>
              <a:t>・テスト前後で COUNT(*) の差分を見る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・MK_DATE で ORDER BY DESC して直近を見る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・T1_STATUS の交互パターン (1, 2, 1, 2...) が ENTER/EXIT の繰り返し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・bridge ログの mk_date と一致するはず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8. トラブルシュート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Meiryo"/>
              </a:rPr>
              <a:t>症状 → 原因 → 対処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200400" cy="36576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症状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188720"/>
            <a:ext cx="3200400" cy="36576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188720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原因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188720"/>
            <a:ext cx="4846320" cy="36576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188720"/>
            <a:ext cx="4846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対処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600200"/>
            <a:ext cx="3200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1600200"/>
            <a:ext cx="3200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0" y="1600200"/>
            <a:ext cx="484632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600200"/>
            <a:ext cx="109728" cy="6400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600200"/>
            <a:ext cx="3063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Meiryo"/>
              </a:rPr>
              <a:t>検知後 DB に行が増えない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16002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bridge 側で送信できていない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600200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Meiryo"/>
              </a:rPr>
              <a:t>tail-logs.sh で merge_committed が出るか確認.</a:t>
            </a:r>
            <a:br/>
            <a:r>
              <a:rPr sz="1000" b="0">
                <a:solidFill>
                  <a:srgbClr val="111827"/>
                </a:solidFill>
                <a:latin typeface="Meiryo"/>
              </a:rPr>
              <a:t>merge_failed なら ora_code を確認.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258568"/>
            <a:ext cx="3200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0" y="2258568"/>
            <a:ext cx="3200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49440" y="2258568"/>
            <a:ext cx="484632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258568"/>
            <a:ext cx="109728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258568"/>
            <a:ext cx="3063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Meiryo"/>
              </a:rPr>
              <a:t>DPY-6005 timed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225856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Oracle ホストに TCP 不到達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258568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Meiryo"/>
              </a:rPr>
              <a:t>verify-onprem.sh [4][5] を確認.</a:t>
            </a:r>
            <a:br/>
            <a:r>
              <a:rPr sz="1000" b="0">
                <a:solidFill>
                  <a:srgbClr val="111827"/>
                </a:solidFill>
                <a:latin typeface="Meiryo"/>
              </a:rPr>
              <a:t>ネットワーク・FW・ルーティング.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916936"/>
            <a:ext cx="3200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600" y="2916936"/>
            <a:ext cx="3200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49440" y="2916936"/>
            <a:ext cx="484632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2916936"/>
            <a:ext cx="109728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916936"/>
            <a:ext cx="3063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Meiryo"/>
              </a:rPr>
              <a:t>DPY-6001 / ORA-12514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2916936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DB インスタンス停止中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916936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Meiryo"/>
              </a:rPr>
              <a:t>OCI コンソールで Autonomous DB を Start.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3575304"/>
            <a:ext cx="3200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0" y="3575304"/>
            <a:ext cx="3200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949440" y="3575304"/>
            <a:ext cx="484632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575304"/>
            <a:ext cx="109728" cy="6400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575304"/>
            <a:ext cx="3063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Meiryo"/>
              </a:rPr>
              <a:t>ORA-1017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40" y="3575304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ユーザ/パスワード違い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3575304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Meiryo"/>
              </a:rPr>
              <a:t>secrets.env の値を確認.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233672"/>
            <a:ext cx="3200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657600" y="4233672"/>
            <a:ext cx="3200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949440" y="4233672"/>
            <a:ext cx="484632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233672"/>
            <a:ext cx="109728" cy="6400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233672"/>
            <a:ext cx="3063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Meiryo"/>
              </a:rPr>
              <a:t>ORA-942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40" y="4233672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テーブル無し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4233672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Meiryo"/>
              </a:rPr>
              <a:t>profile の table_name (HF1RCM01) を確認.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4892040"/>
            <a:ext cx="3200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657600" y="4892040"/>
            <a:ext cx="3200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949440" y="4892040"/>
            <a:ext cx="484632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4892040"/>
            <a:ext cx="109728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4892040"/>
            <a:ext cx="3063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Meiryo"/>
              </a:rPr>
              <a:t>circuit_open のまま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49040" y="489204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恒久エラー 15 分継続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4892040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Meiryo"/>
              </a:rPr>
              <a:t>原因(認証・テーブル)を修正し bridge 再起動.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5550408"/>
            <a:ext cx="3200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657600" y="5550408"/>
            <a:ext cx="3200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949440" y="5550408"/>
            <a:ext cx="484632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5760" y="5550408"/>
            <a:ext cx="109728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550408"/>
            <a:ext cx="3063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Meiryo"/>
              </a:rPr>
              <a:t>inbox が増え続ける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49040" y="555040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Oracle に到達できていない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5550408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Meiryo"/>
              </a:rPr>
              <a:t>ネット切断 / DB 停止. 復旧で自動 flush.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5760" y="6208776"/>
            <a:ext cx="3200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657600" y="6208776"/>
            <a:ext cx="320040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949440" y="6208776"/>
            <a:ext cx="4846320" cy="640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5760" y="6208776"/>
            <a:ext cx="109728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6208776"/>
            <a:ext cx="3063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Meiryo"/>
              </a:rPr>
              <a:t>検知されない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49040" y="6208776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カメラ / MediaPipe の問題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40880" y="6208776"/>
            <a:ext cx="4754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Meiryo"/>
              </a:rPr>
              <a:t>camera_diagnostic.py で 1 フレーム保存し確認.</a:t>
            </a:r>
            <a:br/>
            <a:r>
              <a:rPr sz="1000" b="0">
                <a:solidFill>
                  <a:srgbClr val="111827"/>
                </a:solidFill>
                <a:latin typeface="Meiryo"/>
              </a:rPr>
              <a:t>detector.yaml の score_threshold を下げる.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9. WiFi 切替による接続先変更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Meiryo"/>
              </a:rPr>
              <a:t>SSID を変えるだけで Oracle 接続先が切り替わる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10972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474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🛰️ WiFi SSID</a:t>
            </a:r>
            <a:br/>
            <a:r>
              <a:rPr sz="1600" b="1">
                <a:solidFill>
                  <a:srgbClr val="FFFFFF"/>
                </a:solidFill>
                <a:latin typeface="Meiryo"/>
              </a:rPr>
              <a:t>(nmcli で取得)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1920240"/>
            <a:ext cx="457200" cy="0"/>
          </a:xfrm>
          <a:prstGeom prst="line">
            <a:avLst/>
          </a:prstGeom>
          <a:ln w="50800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1371600"/>
            <a:ext cx="347472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474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📋 profiles.yaml</a:t>
            </a:r>
            <a:br/>
            <a:r>
              <a:rPr sz="1600" b="1">
                <a:solidFill>
                  <a:srgbClr val="FFFFFF"/>
                </a:solidFill>
                <a:latin typeface="Meiryo"/>
              </a:rPr>
              <a:t>(SSID をキーに検索)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46720" y="1920240"/>
            <a:ext cx="457200" cy="0"/>
          </a:xfrm>
          <a:prstGeom prst="line">
            <a:avLst/>
          </a:prstGeom>
          <a:ln w="50800">
            <a:solidFill>
              <a:srgbClr val="1118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86800" y="1371600"/>
            <a:ext cx="3474720" cy="10972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1371600"/>
            <a:ext cx="3474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🗄️ 該当 Oracle に接続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743200"/>
            <a:ext cx="5669280" cy="41148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743200"/>
            <a:ext cx="5669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🏢 例 1: WiFi=taden-ot-ap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154680"/>
            <a:ext cx="5669280" cy="1143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5486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eiryo"/>
              </a:rPr>
              <a:t>→ profiles.yaml の taden-ot-ap キー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→ オンプレ Oracle (10.168.252.16:1521/HHS001)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→ ZHH001 で接続、HF1RCM01 へ書き込み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43200"/>
            <a:ext cx="5669280" cy="41148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743200"/>
            <a:ext cx="5669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☁️ 例 2: WiFi=GallaxyS23FE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5669280" cy="1143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200400"/>
            <a:ext cx="5486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eiryo"/>
              </a:rPr>
              <a:t>→ profiles.yaml の GallaxyS23FE キー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→ Cloud ADB (eqstatusdb_low, Wallet)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→ ADMIN で接続、HF1RCM01 へ書き込み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526280"/>
            <a:ext cx="1143000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52628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❓ 未知の SSID に接続したら?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937760"/>
            <a:ext cx="11430000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983480"/>
            <a:ext cx="11247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eiryo"/>
              </a:rPr>
              <a:t>profiles.yaml に該当キーが無い場合の動作は unknown_ssid_policy で決まる:</a:t>
            </a:r>
            <a:br/>
            <a:br/>
            <a:r>
              <a:rPr sz="1300" b="0">
                <a:solidFill>
                  <a:srgbClr val="111827"/>
                </a:solidFill>
                <a:latin typeface="Meiryo"/>
              </a:rPr>
              <a:t>・hold (推奨)     → inbox に保留. 既知 SSID に戻ったら自動 flush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・use_last       → 最後に成功したプロファイルを使う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・drop           → イベントを破棄(非推奨)</a:t>
            </a:r>
            <a:br/>
            <a:br/>
            <a:r>
              <a:rPr sz="1300" b="0">
                <a:solidFill>
                  <a:srgbClr val="111827"/>
                </a:solidFill>
                <a:latin typeface="Meiryo"/>
              </a:rPr>
              <a:t>→ 工場間移動でも検知データは絶対に失われない設計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