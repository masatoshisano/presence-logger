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D5D7"/>
                </a:solidFill>
                <a:latin typeface="Calibri"/>
                <a:ea typeface="Yu Gothic"/>
              </a:rPr>
              <a:t>presence-logger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Yu Gothic"/>
              </a:rPr>
              <a:t>親と子はどうつながっているか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7E6E7"/>
                </a:solidFill>
                <a:latin typeface="Calibri"/>
                <a:ea typeface="Yu Gothic"/>
              </a:rPr>
              <a:t>子の IP は DHCP で変わります。つながりの本体は Wi-Fi と MAC と名前です。
この資料の数字は、ハブ初期設定の通し（ハブ tpc12345）の具体例です。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D5D7"/>
                </a:solidFill>
                <a:latin typeface="Calibri"/>
                <a:ea typeface="Yu Gothic"/>
              </a:rPr>
              <a:t>現場説明用  ・  IP を名簿に書かない理由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結論：IP ではなく、3つでつながる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611880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7377"/>
                </a:solidFill>
                <a:latin typeface="Calibri"/>
                <a:ea typeface="Yu Gothic"/>
              </a:rPr>
              <a:t>1. 電波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338"/>
                </a:solidFill>
                <a:latin typeface="Calibri"/>
                <a:ea typeface="Yu Gothic"/>
              </a:rPr>
              <a:t>子はハブの Wi-Fi に入る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SSID tpc12345-hub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パスワードは Wi-Fi 用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ハブはいつも 10.42.0.1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25880"/>
            <a:ext cx="3611880" cy="109728"/>
          </a:xfrm>
          <a:prstGeom prst="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6B2E"/>
                </a:solidFill>
                <a:latin typeface="Calibri"/>
                <a:ea typeface="Yu Gothic"/>
              </a:rPr>
              <a:t>2. 本人確認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338"/>
                </a:solidFill>
                <a:latin typeface="Calibri"/>
                <a:ea typeface="Yu Gothic"/>
              </a:rPr>
              <a:t>機械の指紋は MAC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74320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再起動しても変わらない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クローンでも複製されない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IP が変わっても同一機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61188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3611880" cy="10972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002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A4B"/>
                </a:solidFill>
                <a:latin typeface="Calibri"/>
                <a:ea typeface="Yu Gothic"/>
              </a:rPr>
              <a:t>3. 呼び方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338"/>
                </a:solidFill>
                <a:latin typeface="Calibri"/>
                <a:ea typeface="Yu Gothic"/>
              </a:rPr>
              <a:t>名簿は名前だけ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743200"/>
            <a:ext cx="3154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zero2 / tpc12345-002.local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IP は書かない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使う直前に今の番号を引く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5D7"/>
                </a:solidFill>
                <a:latin typeface="Calibri"/>
                <a:ea typeface="Yu Gothic"/>
              </a:rPr>
              <a:t>ハブ初期設定の机上確認で使った値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この通しの登場人物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749039" cy="301752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Yu Gothic"/>
              </a:rPr>
              <a:t>新ハブ tpc12345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64208"/>
            <a:ext cx="35661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工場IP 172.22.13.21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子用 Wi-Fi tpc12345-hub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ハブ自身 10.42.0.1 固定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SSH は公開鍵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749039" cy="301752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5331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Yu Gothic"/>
              </a:rPr>
              <a:t>子A  zero2（引っ越し）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664208"/>
            <a:ext cx="35661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経路 1-1 で y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名前・局番号そのまま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MAC 2c:cf:67:aa:aa:aa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朝の IP 10.42.0.47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280160"/>
            <a:ext cx="3337560" cy="3017520"/>
          </a:xfrm>
          <a:prstGeom prst="roundRect">
            <a:avLst>
              <a:gd name="adj" fmla="val 8000"/>
            </a:avLst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22208" y="13533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Yu Gothic"/>
              </a:rPr>
              <a:t>子B  tpc12345-002（新規）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1664208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経路 2 のクローン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旧名は pizero2w-2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MAC 88:a2:9e:bb:bb:bb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朝の IP 10.42.0.80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26280"/>
            <a:ext cx="11292840" cy="1554480"/>
          </a:xfrm>
          <a:prstGeom prst="roundRect">
            <a:avLst>
              <a:gd name="adj" fmla="val 8000"/>
            </a:avLst>
          </a:prstGeom>
          <a:solidFill>
            <a:srgbClr val="F6F1E8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Calibri"/>
                <a:ea typeface="Yu Gothic"/>
              </a:rPr>
              <a:t>動かないものと、変わってよいもの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2920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動かない　ハブ名 / Wi-Fi名 / ハブの 10.42.0.1 / 各子の MAC / 付けたあとの名前
変わる　　子の 10.42.0.x（DHCP）。朝 47 番でも、再起動後は 91 番でもよい。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5D7"/>
                </a:solidFill>
                <a:latin typeface="Calibri"/>
                <a:ea typeface="Yu Gothic"/>
              </a:rPr>
              <a:t>名前は使わない。送り先はハブの固定アドレス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日常：子から親へ記録を送る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Yu Gothic"/>
              </a:rPr>
              <a:t>子A zero2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55648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MAC …:aa:aa:aa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今の IP 10.42.0.47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13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Yu Gothic"/>
              </a:rPr>
              <a:t>子B tpc12345-002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24528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MAC …:bb:bb:bb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今の IP 10.42.0.80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31920" y="2880360"/>
            <a:ext cx="2834640" cy="640080"/>
          </a:xfrm>
          <a:prstGeom prst="rightArrow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2331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7377"/>
                </a:solidFill>
                <a:latin typeface="Calibri"/>
                <a:ea typeface="Yu Gothic"/>
              </a:rPr>
              <a:t>MQTT 記録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5661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C6B73"/>
                </a:solidFill>
                <a:latin typeface="Calibri"/>
                <a:ea typeface="Yu Gothic"/>
              </a:rPr>
              <a:t>Wi-Fi tpc12345-hub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148840"/>
            <a:ext cx="4663440" cy="27432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0608" y="222199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Yu Gothic"/>
              </a:rPr>
              <a:t>ハブ tpc12345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532888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受け口  10.42.0.1 :1883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子の自分の番号は使わない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Calibri"/>
                <a:ea typeface="Yu Gothic"/>
              </a:rPr>
              <a:t>ハブ IP は変わらない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5D7"/>
                </a:solidFill>
                <a:latin typeface="Calibri"/>
                <a:ea typeface="Yu Gothic"/>
              </a:rPr>
              <a:t>名簿に IP は無い。名前から「今の番号」を引く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親から子を操作するとき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554480"/>
            <a:ext cx="411480" cy="4114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910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Calibri"/>
                <a:ea typeface="Yu Gothic"/>
              </a:rPr>
              <a:t>名簿を見る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fleet/children.conf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zero2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tpc12345-002.local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1554480"/>
            <a:ext cx="411480" cy="4114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910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Calibri"/>
                <a:ea typeface="Yu Gothic"/>
              </a:rPr>
              <a:t>今の IP を引く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6974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mDNS（.local）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または AP の隣近所一覧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1554480"/>
            <a:ext cx="411480" cy="4114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910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Calibri"/>
                <a:ea typeface="Yu Gothic"/>
              </a:rPr>
              <a:t>SSH 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6974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ssh pi@10.42.0.47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公開鍵。パスワードなし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371600"/>
            <a:ext cx="27432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1554480"/>
            <a:ext cx="411480" cy="4114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159105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Yu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Calibri"/>
                <a:ea typeface="Yu Gothic"/>
              </a:rPr>
              <a:t>本人か確認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6974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MAC が 2c:cf:67:aa:aa:aa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C6B73"/>
                </a:solidFill>
                <a:latin typeface="Calibri"/>
                <a:ea typeface="Yu Gothic"/>
              </a:rPr>
              <a:t>なら子A で確定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5D7"/>
                </a:solidFill>
                <a:latin typeface="Calibri"/>
                <a:ea typeface="Yu Gothic"/>
              </a:rPr>
              <a:t>IP が変わっても、本人（MAC）と呼び方は同じ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昼：子A を再起動した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7377"/>
                </a:solidFill>
                <a:latin typeface="Calibri"/>
                <a:ea typeface="Yu Gothic"/>
              </a:rPr>
              <a:t>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Wi-Fi　tpc12345-hub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名前　zero2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MAC　2c:cf:67:aa:aa:aa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IP　10.42.0.47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記録の送り先　10.42.0.1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46B2E"/>
                </a:solidFill>
                <a:latin typeface="Calibri"/>
                <a:ea typeface="Yu Gothic"/>
              </a:rPr>
              <a:t>再起動のあと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Wi-Fi　同じ tpc12345-hub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名前　同じ zero2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MAC　同じ 2c:cf:67:aa:aa:aa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IP　10.42.0.91　← ここだけ変わる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C3338"/>
                </a:solidFill>
                <a:latin typeface="Calibri"/>
                <a:ea typeface="Yu Gothic"/>
              </a:rPr>
              <a:t>送り先　同じ 10.42.0.1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5D7"/>
                </a:solidFill>
                <a:latin typeface="Calibri"/>
                <a:ea typeface="Yu Gothic"/>
              </a:rPr>
              <a:t>名簿の .local はまだ使わない。今この AP に居る MAC と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名前ができる前（クローン起動直後）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44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377"/>
                </a:solidFill>
                <a:latin typeface="Calibri"/>
                <a:ea typeface="Yu Gothic"/>
              </a:rPr>
              <a:t>1 電波だけ先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SD に書いた tpc12345-hub でハブへ入る。仮の IP は 10.42.0.80。送り先はもう 10.42.0.1。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377"/>
                </a:solidFill>
                <a:latin typeface="Calibri"/>
                <a:ea typeface="Yu Gothic"/>
              </a:rPr>
              <a:t>2 隣近所を見る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ハブの子用アンテナに「IP 10.42.0.80 / MAC 88:a2:9e:bb:bb:bb」と出る。名簿の zero2 とは MAC が違うので未登録。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13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377"/>
                </a:solidFill>
                <a:latin typeface="Calibri"/>
                <a:ea typeface="Yu Gothic"/>
              </a:rPr>
              <a:t>3 その IP に鍵で入る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42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ssh pi@10.42.0.80（公開鍵）。hostname と聞くと古い名 pizero2w-2。これは名札の控えで、名簿のキーではない。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937760"/>
            <a:ext cx="11292840" cy="11155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377"/>
                </a:solidFill>
                <a:latin typeface="Calibri"/>
                <a:ea typeface="Yu Gothic"/>
              </a:rPr>
              <a:t>4 同名でも迷子にならない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766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旧親には元の pizero2w-2 が残っている。クローンは名前では探さない。今この Wi-Fi に居る MAC だけが本体。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D5D7"/>
                </a:solidFill>
                <a:latin typeface="Calibri"/>
                <a:ea typeface="Yu Gothic"/>
              </a:rPr>
              <a:t>改名のあと IP はまた変わる。待つのは 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名前が付くまで（経路 2 の登録）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7432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7432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Yu Gothic"/>
              </a:rPr>
              <a:t>いま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旧名 pizero2w-2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IP 10.42.0.80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MAC …:bb:bb:bb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名簿には未掲載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7432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Yu Gothic"/>
              </a:rPr>
              <a:t>作業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送信を止める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局番号を空にする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名前を tpc12345-002 に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再起動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7432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7432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Yu Gothic"/>
              </a:rPr>
              <a:t>復帰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IP は 10.42.0.12 など別番号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ハブは MAC …:bb:bb:bb を待つ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戻ってから名簿へ書く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371600"/>
            <a:ext cx="27432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371600"/>
            <a:ext cx="2743200" cy="6400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44475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Yu Gothic"/>
              </a:rPr>
              <a:t>以降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2402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名簿 tpc12345-002.local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今の IP は都度引き直す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338"/>
                </a:solidFill>
                <a:latin typeface="Calibri"/>
                <a:ea typeface="Yu Gothic"/>
              </a:rPr>
              <a:t>局番号は子の画面で付ける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引っ越し（1-1）と新規（2）は、名簿の扱いが違う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53212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3212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Yu Gothic"/>
              </a:rPr>
              <a:t>1-1  動いている子を移す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例：zero2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旧親 raspberrypi5 の名簿に、すでに名前がある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工場網で旧親へ SSH → 子の MAC を聞く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Wi-Fi を tpc12345-hub へ切り替え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新ハブの名簿へ追加し、旧親の名簿から消す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名前も局番号もそのまま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53212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32120" cy="640080"/>
          </a:xfrm>
          <a:prstGeom prst="rect">
            <a:avLst/>
          </a:prstGeom>
          <a:solidFill>
            <a:srgbClr val="C4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17320"/>
            <a:ext cx="5532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  <a:ea typeface="Yu Gothic"/>
              </a:rPr>
              <a:t>2  クローンして増やす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例：tpc12345-002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コピーした SD から増やした別の機械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旧親の名簿は触らない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元の pizero2w-2 は旧親に残る（1-1 で n したため）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新ハブの名簿にだけ追加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C3338"/>
                </a:solidFill>
                <a:latin typeface="Calibri"/>
                <a:ea typeface="Yu Gothic"/>
              </a:rPr>
              <a:t>改名し、局番号は空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Yu Gothic"/>
              </a:rPr>
              <a:t>まとめ：何でつながっているか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2377440" cy="7315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234440"/>
            <a:ext cx="4937760" cy="7315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234440"/>
            <a:ext cx="4023360" cy="7315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  <a:ea typeface="Yu Gothic"/>
              </a:rPr>
              <a:t>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441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Yu Gothic"/>
              </a:rPr>
              <a:t>何でつなぐ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Yu Gothic"/>
              </a:rPr>
              <a:t>この通しの例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23774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011680"/>
            <a:ext cx="49377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2011680"/>
            <a:ext cx="4023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94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338"/>
                </a:solidFill>
                <a:latin typeface="Calibri"/>
                <a:ea typeface="Yu Gothic"/>
              </a:rPr>
              <a:t>電波・記録の送り先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1214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ハブ AP の SSID とパスワード。親は 10.42.0.1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94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tpc12345-hub → 10.42.0.1:1883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88920"/>
            <a:ext cx="2377440" cy="7315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88920" y="2788920"/>
            <a:ext cx="4937760" cy="7315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2788920"/>
            <a:ext cx="4023360" cy="7315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338"/>
                </a:solidFill>
                <a:latin typeface="Calibri"/>
                <a:ea typeface="Yu Gothic"/>
              </a:rPr>
              <a:t>どの機械か（本人）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89864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MAC。再起動でもクローンでも変わらない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971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子A 2c:cf:67:aa:aa:aa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66160"/>
            <a:ext cx="23774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3566160"/>
            <a:ext cx="49377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3566160"/>
            <a:ext cx="4023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49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338"/>
                </a:solidFill>
                <a:latin typeface="Calibri"/>
                <a:ea typeface="Yu Gothic"/>
              </a:rPr>
              <a:t>名簿・SSH の宛先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67588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ホスト名 / .local。IP は書かない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3749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zero2  /  tpc12345-002.local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343400"/>
            <a:ext cx="2377440" cy="7315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88920" y="4343400"/>
            <a:ext cx="4937760" cy="7315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26679" y="4343400"/>
            <a:ext cx="4023360" cy="73152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526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338"/>
                </a:solidFill>
                <a:latin typeface="Calibri"/>
                <a:ea typeface="Yu Gothic"/>
              </a:rPr>
              <a:t>名前ができる前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4531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今この AP に居る MAC と、そのときの 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526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10.42.0.80 と MAC …:bb:bb:bb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120640"/>
            <a:ext cx="23774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88920" y="5120640"/>
            <a:ext cx="49377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5120640"/>
            <a:ext cx="4023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035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338"/>
                </a:solidFill>
                <a:latin typeface="Calibri"/>
                <a:ea typeface="Yu Gothic"/>
              </a:rPr>
              <a:t>SSH の鍵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23036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公開鍵。Wi-Fi パスワードではない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303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338"/>
                </a:solidFill>
                <a:latin typeface="Calibri"/>
                <a:ea typeface="Yu Gothic"/>
              </a:rPr>
              <a:t>~/.ssh/id_ed25519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Calibri"/>
                <a:ea typeface="Yu Gothic"/>
              </a:rPr>
              <a:t>presence-logger  ・  親と子はどうつながるか  ・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