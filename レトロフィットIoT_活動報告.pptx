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7.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5"/>
  </p:sldMasterIdLst>
  <p:notesMasterIdLst>
    <p:notesMasterId r:id="rId11"/>
  </p:notesMasterIdLst>
  <p:handoutMasterIdLst>
    <p:handoutMasterId r:id="rId12"/>
  </p:handoutMasterIdLst>
  <p:sldIdLst>
    <p:sldId id="256" r:id="rId10"/>
    <p:sldId id="257" r:id="rId9"/>
    <p:sldId id="258" r:id="rId8"/>
    <p:sldId id="259" r:id="rId7"/>
    <p:sldId id="260" r:id="rId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999999"/>
    <a:srgbClr val="FFFFFF"/>
    <a:srgbClr val="4D4D4D"/>
    <a:srgbClr val="000000"/>
    <a:srgbClr val="E6E6E6"/>
    <a:srgbClr val="FFF8BA"/>
    <a:srgbClr val="CCF7E1"/>
    <a:srgbClr val="CCF7FF"/>
    <a:srgbClr val="E8CE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44" autoAdjust="0"/>
    <p:restoredTop sz="94737" autoAdjust="0"/>
  </p:normalViewPr>
  <p:slideViewPr>
    <p:cSldViewPr snapToGrid="0">
      <p:cViewPr varScale="1">
        <p:scale>
          <a:sx n="105" d="100"/>
          <a:sy n="105" d="100"/>
        </p:scale>
        <p:origin x="924"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78" d="100"/>
          <a:sy n="78" d="100"/>
        </p:scale>
        <p:origin x="3216"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age Number">
            <a:extLst>
              <a:ext uri="{FF2B5EF4-FFF2-40B4-BE49-F238E27FC236}">
                <a16:creationId xmlns:a16="http://schemas.microsoft.com/office/drawing/2014/main" id="{2AE6106B-3B28-E383-04CF-83F4DD5506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F874B1-D04E-40D6-BE3D-EE502B844C66}" type="slidenum">
              <a:rPr kumimoji="1" lang="ja-JP" altLang="en-US" smtClean="0"/>
              <a:t>‹#›</a:t>
            </a:fld>
            <a:endParaRPr kumimoji="1" lang="ja-JP" altLang="en-US"/>
          </a:p>
        </p:txBody>
      </p:sp>
      <p:sp>
        <p:nvSpPr>
          <p:cNvPr id="4" name="Footer">
            <a:extLst>
              <a:ext uri="{FF2B5EF4-FFF2-40B4-BE49-F238E27FC236}">
                <a16:creationId xmlns:a16="http://schemas.microsoft.com/office/drawing/2014/main" id="{FCF60AFF-26A6-2F49-B6CF-F830CC3273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3" name="Date">
            <a:extLst>
              <a:ext uri="{FF2B5EF4-FFF2-40B4-BE49-F238E27FC236}">
                <a16:creationId xmlns:a16="http://schemas.microsoft.com/office/drawing/2014/main" id="{CE434EDB-88F4-90CF-952F-8C3C2770DBD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25BB9E-F3D2-418F-BD0A-4F8EB377177D}" type="datetimeFigureOut">
              <a:rPr kumimoji="1" lang="ja-JP" altLang="en-US" smtClean="0"/>
              <a:t>2026/3/31</a:t>
            </a:fld>
            <a:endParaRPr kumimoji="1" lang="ja-JP" altLang="en-US"/>
          </a:p>
        </p:txBody>
      </p:sp>
      <p:sp>
        <p:nvSpPr>
          <p:cNvPr id="2" name="Header">
            <a:extLst>
              <a:ext uri="{FF2B5EF4-FFF2-40B4-BE49-F238E27FC236}">
                <a16:creationId xmlns:a16="http://schemas.microsoft.com/office/drawing/2014/main" id="{290B2643-69CD-B754-4E41-37D2EFC7F3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Tree>
    <p:extLst>
      <p:ext uri="{BB962C8B-B14F-4D97-AF65-F5344CB8AC3E}">
        <p14:creationId xmlns:p14="http://schemas.microsoft.com/office/powerpoint/2010/main" val="124538186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Page Numbe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F63DA8-A381-4EDD-9A8C-BB85B27F65D1}" type="slidenum">
              <a:rPr kumimoji="1" lang="ja-JP" altLang="en-US" smtClean="0"/>
              <a:t>‹#›</a:t>
            </a:fld>
            <a:endParaRPr kumimoji="1" lang="ja-JP" altLang="en-US"/>
          </a:p>
        </p:txBody>
      </p:sp>
      <p:sp>
        <p:nvSpPr>
          <p:cNvPr id="6" name="Foote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Note"/>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Slide Image"/>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3" name="Date"/>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4A212D-FD19-4690-9A18-99BE327100F5}" type="datetimeFigureOut">
              <a:rPr kumimoji="1" lang="ja-JP" altLang="en-US" smtClean="0"/>
              <a:t>2026/3/31</a:t>
            </a:fld>
            <a:endParaRPr kumimoji="1" lang="ja-JP" altLang="en-US"/>
          </a:p>
        </p:txBody>
      </p:sp>
      <p:sp>
        <p:nvSpPr>
          <p:cNvPr id="2" name="Hea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Tree>
    <p:extLst>
      <p:ext uri="{BB962C8B-B14F-4D97-AF65-F5344CB8AC3E}">
        <p14:creationId xmlns:p14="http://schemas.microsoft.com/office/powerpoint/2010/main" val="387931495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レトロフィットIoTの活動報告をいたします。</a:t>
            </a:r>
          </a:p>
          <a:p>
            <a:r>
              <a:rPr sz="1100">
                <a:latin typeface="BIZ UDPゴシック"/>
              </a:rPr>
              <a:t>はじめに一点、先ほどご説明した SpiderLink との関係を申し上げます。データベースに集めて活かしていきたい、という狙いは同じです。違うのは、担当する区間で、SpiderLink は、テキストファイルが手元にある状態から、データベースへ入れるところを受け持ちます。今回お話しするのは、工場ネットワークにもつながっていない設備から、データを生み出して、データベースに蓄積するというところになります。届いた先でデータを活かしていく、という方向は同じだとお考えください。</a:t>
            </a:r>
          </a:p>
          <a:p>
            <a:r>
              <a:rPr sz="1100">
                <a:latin typeface="BIZ UDPゴシック"/>
              </a:rPr>
              <a:t>レトロフィットとは、いまある古い設備をそのままにして、データを取り出すという意味です。</a:t>
            </a:r>
          </a:p>
          <a:p>
            <a:r>
              <a:rPr sz="1100">
                <a:latin typeface="BIZ UDPゴシック"/>
              </a:rPr>
              <a:t>今回は、稼働中の設備に一切手を入れずに、その稼働状況と人のありなしなどを自動でデータベースに記録する仕組みをつくり、現場で動かすところまで確認しました。</a:t>
            </a:r>
          </a:p>
        </p:txBody>
      </p:sp>
      <p:sp>
        <p:nvSpPr>
          <p:cNvPr id="4" name="Slide Image Placeholder 3"/>
          <p:cNvSpPr>
            <a:spLocks noGrp="1"/>
          </p:cNvSpPr>
          <p:nvPr>
            <p:ph type="sldImg" idx="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まず背景です。</a:t>
            </a:r>
          </a:p>
          <a:p>
            <a:r>
              <a:rPr sz="1100">
                <a:latin typeface="BIZ UDPゴシック"/>
              </a:rPr>
              <a:t>データの使い方は、収集、蓄積、活用の三層で整理できます。ピラミッドの形のとおり、上の層ほど、下の層が揃っていることが前提になります。</a:t>
            </a:r>
          </a:p>
          <a:p>
            <a:r>
              <a:rPr sz="1100">
                <a:latin typeface="BIZ UDPゴシック"/>
              </a:rPr>
              <a:t>なお hint DB は、収集の時点で拠点・ライン・工程・時刻まで決めた形で書き込みます。マスタとデータを一緒に登録するので、後から意味を足す工程は要りません。</a:t>
            </a:r>
          </a:p>
          <a:p>
            <a:r>
              <a:rPr sz="1100">
                <a:latin typeface="BIZ UDPゴシック"/>
              </a:rPr>
              <a:t>問題は土台です。蓄積も活用も、正確に収集されたデータが揃って初めて成り立ちますが、その収集が、いまは人の目と手書きに頼っています。今回の取り組みは、この一番下の層を埋めるものです。</a:t>
            </a:r>
          </a:p>
        </p:txBody>
      </p:sp>
      <p:sp>
        <p:nvSpPr>
          <p:cNvPr id="4" name="Slide Image Placeholder 3"/>
          <p:cNvSpPr>
            <a:spLocks noGrp="1"/>
          </p:cNvSpPr>
          <p:nvPr>
            <p:ph type="sldImg" idx="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課題と、それに対する取り組みです。</a:t>
            </a:r>
          </a:p>
          <a:p>
            <a:r>
              <a:rPr sz="1100">
                <a:latin typeface="BIZ UDPゴシック"/>
              </a:rPr>
              <a:t>まず、対象になる設備を切り分けさせてください。ネットワークに繋がっている設備は、PLC や先ほどの SpiderLink で記録が取れます。ここは今回の対象ではありません。</a:t>
            </a:r>
          </a:p>
          <a:p>
            <a:r>
              <a:rPr sz="1100">
                <a:latin typeface="BIZ UDPゴシック"/>
              </a:rPr>
              <a:t>問題は右側です。古い設備や、ネットワークから孤立している設備。稼働記録がどこにも残らない。ここが今回の対象です。</a:t>
            </a:r>
          </a:p>
          <a:p>
            <a:r>
              <a:rPr sz="1100">
                <a:latin typeface="BIZ UDPゴシック"/>
              </a:rPr>
              <a:t>誤解のないように申し上げますが、止めて改造すれば、これらの設備からもデータは取れます。ただ、そのために設備を止め、改造の手配をして、費用をかけるのは現実的ではない、というのが実際のところです。いまは人による目視と手計上に頼っています。</a:t>
            </a:r>
          </a:p>
          <a:p>
            <a:r>
              <a:rPr sz="1100">
                <a:latin typeface="BIZ UDPゴシック"/>
              </a:rPr>
              <a:t>そこでレトロフィットIoT です。対象はカメラに限りませんし、取るデータも稼働状況に限りません。その中で今回は、シグナルタワーを対象に取り組みました。</a:t>
            </a:r>
          </a:p>
          <a:p>
            <a:r>
              <a:rPr sz="1100">
                <a:latin typeface="BIZ UDPゴシック"/>
              </a:rPr>
              <a:t>下段のとおり、これまで人が見て紙に書いて、上長が Excel で集計していたものを、AIカメラがシグナルタワーを認識し、端末がその場で判定し、そのまま hint DB に記録されるようになります。</a:t>
            </a:r>
          </a:p>
        </p:txBody>
      </p:sp>
      <p:sp>
        <p:nvSpPr>
          <p:cNvPr id="4" name="Slide Image Placeholder 3"/>
          <p:cNvSpPr>
            <a:spLocks noGrp="1"/>
          </p:cNvSpPr>
          <p:nvPr>
            <p:ph type="sldImg" idx="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システム構成と、台数の考え方です。ラズベリーパイという小さなパソコンを使用します。</a:t>
            </a:r>
          </a:p>
          <a:p>
            <a:r>
              <a:rPr sz="1100">
                <a:latin typeface="BIZ UDPゴシック"/>
              </a:rPr>
              <a:t>左が子ラズパイ。測定したい場所ごとに設置する端末で、ここにカメラがついており、AIカメラでシグナルタワーを認識し、データを親ラズパイに送ります。線が示しているとおり、子Piは何台でも1台の親に集まります。これが1対多の関係です。</a:t>
            </a:r>
          </a:p>
          <a:p>
            <a:r>
              <a:rPr sz="1100">
                <a:latin typeface="BIZ UDPゴシック"/>
              </a:rPr>
              <a:t>真ん中が親ラズパイ。子Piを束ねて、代表してデータベースへ書く役です。親ラズパイは、アクセスポイントを作って子ラズパイと接続し、hint DB とは、未検疫帯WiFiでつながっています。この親も1台に限りません。A棟、B棟というように、拠点ごとに増やせます。親どうしは互いに干渉しません。</a:t>
            </a:r>
          </a:p>
          <a:p>
            <a:r>
              <a:rPr sz="1100">
                <a:latin typeface="BIZ UDPゴシック"/>
              </a:rPr>
              <a:t>右が hint DB です。子Piが何台でも、親が何台でも、行き先はこのテーブルひとつです。</a:t>
            </a:r>
          </a:p>
        </p:txBody>
      </p:sp>
      <p:sp>
        <p:nvSpPr>
          <p:cNvPr id="4" name="Slide Image Placeholder 3"/>
          <p:cNvSpPr>
            <a:spLocks noGrp="1"/>
          </p:cNvSpPr>
          <p:nvPr>
            <p:ph type="sldImg" idx="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データの流れです。横に工程、縦に役割をとってあります。</a:t>
            </a:r>
          </a:p>
          <a:p>
            <a:r>
              <a:rPr sz="1100">
                <a:latin typeface="BIZ UDPゴシック"/>
              </a:rPr>
              <a:t>上の段が子ラズパイです。AIカメラで認識し、CSV に1行書き、MQTT で親ラズパイのブローカーへ送ります。</a:t>
            </a:r>
          </a:p>
          <a:p>
            <a:r>
              <a:rPr sz="1100">
                <a:latin typeface="BIZ UDPゴシック"/>
              </a:rPr>
              <a:t>真ん中が親ラズパイ。受け取ったらまず自分の手元に控え、それから送ります。送ったという実績がないと消しません。</a:t>
            </a:r>
          </a:p>
          <a:p>
            <a:r>
              <a:rPr sz="1100">
                <a:latin typeface="BIZ UDPゴシック"/>
              </a:rPr>
              <a:t>子Piは hint DB に直接触れません。これがこの構成の要点です。</a:t>
            </a:r>
          </a:p>
          <a:p>
            <a:r>
              <a:rPr sz="1100">
                <a:latin typeface="BIZ UDPゴシック"/>
              </a:rPr>
              <a:t>子Piがやっているのは MQTT のブローカーに書き込むだけで、カメラであるかどうかを、この経路は問いません。1行が時刻・拠点・ライン・工程・状態という形に収まるものであれば、AMR でも他のセンサでも、同じ経路に載せられます。今回作ったものは、カメラのアプリではなく、現場からデータベースまでの運搬路だとお考えください。</a:t>
            </a:r>
          </a:p>
        </p:txBody>
      </p:sp>
      <p:sp>
        <p:nvSpPr>
          <p:cNvPr id="4" name="Slide Image Placeholder 3"/>
          <p:cNvSpPr>
            <a:spLocks noGrp="1"/>
          </p:cNvSpPr>
          <p:nvPr>
            <p:ph type="sldImg" idx="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一つ目のアプリ、稼働監視です。</a:t>
            </a:r>
          </a:p>
          <a:p>
            <a:r>
              <a:rPr sz="1100">
                <a:latin typeface="BIZ UDPゴシック"/>
              </a:rPr>
              <a:t>設備のシグナルタワーを AI カメラで見ます。このAIカメラに何百枚とシグナルタワーの写真を覚えさせ、色を判断できるように作りこみました。</a:t>
            </a:r>
          </a:p>
          <a:p>
            <a:r>
              <a:rPr sz="1100">
                <a:latin typeface="BIZ UDPゴシック"/>
              </a:rPr>
              <a:t>見分けるのは、点いている、点滅している、消えている、の三つです。</a:t>
            </a:r>
          </a:p>
          <a:p>
            <a:r>
              <a:rPr sz="1100">
                <a:latin typeface="BIZ UDPゴシック"/>
              </a:rPr>
              <a:t>点滅に関しては、点灯・消灯の繰り返しの状態が一定時間続いたときだけ確定させます。こうすることで、一瞬の光の反射やちらつきには反応しません。</a:t>
            </a:r>
          </a:p>
          <a:p>
            <a:r>
              <a:rPr sz="1100">
                <a:latin typeface="BIZ UDPゴシック"/>
              </a:rPr>
              <a:t>確定したらデータを1行書き出します。これだけです。</a:t>
            </a:r>
          </a:p>
          <a:p>
            <a:r>
              <a:rPr sz="1100">
                <a:latin typeface="BIZ UDPゴシック"/>
              </a:rPr>
              <a:t>ここでもう一点、申し上げたいことがあります。見ているのはカメラの映像だけなので、画角にシグナルタワーが入ってさえいれば、1台のカメラで何台の設備でも同時に見られます。設備が増えるたびにカメラを増やす必要はありません。</a:t>
            </a:r>
          </a:p>
        </p:txBody>
      </p:sp>
      <p:sp>
        <p:nvSpPr>
          <p:cNvPr id="4" name="Slide Image Placeholder 3"/>
          <p:cNvSpPr>
            <a:spLocks noGrp="1"/>
          </p:cNvSpPr>
          <p:nvPr>
            <p:ph type="sldImg" idx="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（今回は説明を省きます）</a:t>
            </a:r>
          </a:p>
          <a:p>
            <a:r>
              <a:rPr sz="1100">
                <a:latin typeface="BIZ UDPゴシック"/>
              </a:rPr>
              <a:t>人検知のアプリ②は設計中です。稼働監視と同じ経路・同じ表に書き込む設計にしていますが、今回は説明を省いて次に進みます。</a:t>
            </a:r>
          </a:p>
        </p:txBody>
      </p:sp>
      <p:sp>
        <p:nvSpPr>
          <p:cNvPr id="4" name="Slide Image Placeholder 3"/>
          <p:cNvSpPr>
            <a:spLocks noGrp="1"/>
          </p:cNvSpPr>
          <p:nvPr>
            <p:ph type="sldImg" idx="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記録が信頼できるものになるように、二つの工夫をしています。</a:t>
            </a:r>
          </a:p>
          <a:p>
            <a:r>
              <a:rPr sz="1100">
                <a:latin typeface="BIZ UDPゴシック"/>
              </a:rPr>
              <a:t>左が、欠落も重複もなく記録するという工夫です。親PiはMQTTブローカーが受け取った時点でまず手元に控え、hint DB へ送り終えるまで消しません。データの中身をもとに一意の番号を振っているので、何度送っても同じ1件として扱われます。そして、既存の表を変えずに1行へ収めます。書き込めたら、受領の返信を出します。</a:t>
            </a:r>
          </a:p>
          <a:p>
            <a:r>
              <a:rPr sz="1100">
                <a:latin typeface="BIZ UDPゴシック"/>
              </a:rPr>
              <a:t>結果として、電源が落ちても、無線が切れても、データベースが止まっていても、記録は1件だけになります。</a:t>
            </a:r>
          </a:p>
          <a:p>
            <a:r>
              <a:rPr sz="1100">
                <a:latin typeface="BIZ UDPゴシック"/>
              </a:rPr>
              <a:t>右が、時刻を合わせてから記録を始めるという工夫です。</a:t>
            </a:r>
          </a:p>
          <a:p>
            <a:r>
              <a:rPr sz="1100">
                <a:latin typeface="BIZ UDPゴシック"/>
              </a:rPr>
              <a:t>親Piは無線を2枚持っています。内蔵の無線は工場ネットワーク専用で、時刻サーバは、この経路の先にあります。もう1枚の USB ドングルは子Pi専用のアクセスポイントで、物理的に別の回線です。そのため、つなぐ順番を決めてあります。まずは、親ラズパイが、時刻サーバと同期をする。</a:t>
            </a:r>
          </a:p>
          <a:p>
            <a:r>
              <a:rPr sz="1100">
                <a:latin typeface="BIZ UDPゴシック"/>
              </a:rPr>
              <a:t>工場網に接続し、時刻を合わせ、それが確認できてから子Piの窓口を開く。子ラズパイは、親ラズパイの時刻を同期して、データを収集する。この順番で、収集するデータの時刻がずれることはありません。</a:t>
            </a:r>
          </a:p>
        </p:txBody>
      </p:sp>
      <p:sp>
        <p:nvSpPr>
          <p:cNvPr id="4" name="Slide Image Placeholder 3"/>
          <p:cNvSpPr>
            <a:spLocks noGrp="1"/>
          </p:cNvSpPr>
          <p:nvPr>
            <p:ph type="sldImg" idx="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検証です。現場で実際に動かした内容をご報告します。</a:t>
            </a:r>
          </a:p>
          <a:p>
            <a:r>
              <a:rPr sz="1100">
                <a:latin typeface="BIZ UDPゴシック"/>
              </a:rPr>
              <a:t>2026年7月30日、試作の加工機のシグナルタワーを対象に実施しました。子ラズパイは Pi Zero 2 W に AI カメラ、親は Pi 5 です。見たものは信号灯の点灯・点滅・消灯です。</a:t>
            </a:r>
          </a:p>
          <a:p>
            <a:r>
              <a:rPr sz="1100">
                <a:latin typeface="BIZ UDPゴシック"/>
              </a:rPr>
              <a:t>右が実際に撮れた画像です。左が現場のシグナルタワーを AI カメラで撮ったもの、右が hint DB に記録が入ったところです。</a:t>
            </a:r>
          </a:p>
          <a:p>
            <a:r>
              <a:rPr sz="1100">
                <a:latin typeface="BIZ UDPゴシック"/>
              </a:rPr>
              <a:t>結果として、シグナルタワーを判定し、工場ネットワークを経由して、hint DB に記録が入るところまで通りました。欠損がなかったかなどの検証はこれからになります。</a:t>
            </a:r>
          </a:p>
        </p:txBody>
      </p:sp>
      <p:sp>
        <p:nvSpPr>
          <p:cNvPr id="4" name="Slide Image Placeholder 3"/>
          <p:cNvSpPr>
            <a:spLocks noGrp="1"/>
          </p:cNvSpPr>
          <p:nvPr>
            <p:ph type="sldImg" idx="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効果です。二つに分けてご説明します。</a:t>
            </a:r>
          </a:p>
          <a:p>
            <a:r>
              <a:rPr sz="1100">
                <a:latin typeface="BIZ UDPゴシック"/>
              </a:rPr>
              <a:t>左が、減らせる工数です。ここは設備の稼働にかかわる工数に限ってお話しします。</a:t>
            </a:r>
          </a:p>
          <a:p>
            <a:r>
              <a:rPr sz="1100">
                <a:latin typeface="BIZ UDPゴシック"/>
              </a:rPr>
              <a:t>まず、目視での稼働確認です。稼働状態に変化があると書き留めるという作業がなくなります。こちらはまだ計測できていません。</a:t>
            </a:r>
          </a:p>
          <a:p>
            <a:r>
              <a:rPr sz="1100">
                <a:latin typeface="BIZ UDPゴシック"/>
              </a:rPr>
              <a:t>もうひとつが加工時間の手計上です。各班の作業分析によると、毎日1.5時間から3時間、上長1名あたり週に7.25時間かかっています。これは自動収集に置き換わります。ただしこの7.25時間は、時間計上と加工時間計上を合算した値です。このうち設備分がどれだけかは、これから切り分けます。</a:t>
            </a:r>
          </a:p>
          <a:p>
            <a:r>
              <a:rPr sz="1100">
                <a:latin typeface="BIZ UDPゴシック"/>
              </a:rPr>
              <a:t>右が、できるようになることです。いまは取れていない情報が手に入ります。</a:t>
            </a:r>
          </a:p>
          <a:p>
            <a:r>
              <a:rPr sz="1100">
                <a:latin typeface="BIZ UDPゴシック"/>
              </a:rPr>
              <a:t>設備の実稼働率が、目視や記憶ではなく実測で分かる。どの工程がボトルネックで止まっているかが分かる。遅れがその場で分かるので、早期に気づいてフォローできる。そして、加工機でいうと、加工見積もりを経験と勘から実績データに変えられます。</a:t>
            </a:r>
          </a:p>
          <a:p>
            <a:r>
              <a:rPr sz="1100">
                <a:latin typeface="BIZ UDPゴシック"/>
              </a:rPr>
              <a:t>右側は、今後の連続稼働とデータ蓄積で実現していく部分です。</a:t>
            </a:r>
          </a:p>
          <a:p>
            <a:r>
              <a:rPr sz="1100">
                <a:latin typeface="BIZ UDPゴシック"/>
              </a:rPr>
              <a:t>コストは、最小構成の親1台と子1台で8万1千960円、税別の実費です。</a:t>
            </a:r>
          </a:p>
        </p:txBody>
      </p:sp>
      <p:sp>
        <p:nvSpPr>
          <p:cNvPr id="4" name="Slide Image Placeholder 3"/>
          <p:cNvSpPr>
            <a:spLocks noGrp="1"/>
          </p:cNvSpPr>
          <p:nvPr>
            <p:ph type="sldImg" idx="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今後の計画です。三つの方向で進めます。</a:t>
            </a:r>
          </a:p>
          <a:p>
            <a:r>
              <a:rPr sz="1100">
                <a:latin typeface="BIZ UDPゴシック"/>
              </a:rPr>
              <a:t>一つ目は横展開です。ただし広げる前に、1台の親に子Piを何台まで安定して繋げられるかを実測します。無線のアクセスポイントの同時接続数がここだけ未計測なので、先に押さえます。そのうえで子Piを増設して対象設備を広げ、別のラインや拠点へ同じ構成で展開します。</a:t>
            </a:r>
          </a:p>
          <a:p>
            <a:r>
              <a:rPr sz="1100">
                <a:latin typeface="BIZ UDPゴシック"/>
              </a:rPr>
              <a:t>二つ目は在場管理の検証です。人のいるいないを判定する仕組みは、いま設計中です。これを実機で動かして、ありなしの判定が現場で使えるかを確認します。</a:t>
            </a:r>
          </a:p>
          <a:p>
            <a:r>
              <a:rPr sz="1100">
                <a:latin typeface="BIZ UDPゴシック"/>
              </a:rPr>
              <a:t>三つ目は用途の拡張です。この経路はカメラ専用ではありません。設備もAMRもロボットも、同じ仕組みで一元的に見られるということです。温度や振動といった他のセンサも同様です。</a:t>
            </a:r>
          </a:p>
          <a:p>
            <a:r>
              <a:rPr sz="1100">
                <a:latin typeface="BIZ UDPゴシック"/>
              </a:rPr>
              <a:t>いずれも、いまの構成のまま足していける形にしてあります。対象を増やすだけなら子Piを足すだけ、拠点が増えれば親を足す、という広げ方ができます。さらに、ラズパイでなくても、この機能を別の miniPC に組み込むことも可能です。</a:t>
            </a:r>
          </a:p>
          <a:p>
            <a:r>
              <a:rPr sz="1100">
                <a:latin typeface="BIZ UDPゴシック"/>
              </a:rPr>
              <a:t>最後に、いまの構成は、工場の社内ネットワークに繋がることが前提になっています。ここをモバイル通信に置き換えられれば、社内ネットワークがない場所でもレトロフィットIoT を使えるようになります。そうなれば、協力会社の設備の稼働状況も同じ仕組みで見えるようになります。これを次の目標として考えています。</a:t>
            </a:r>
          </a:p>
          <a:p>
            <a:r>
              <a:rPr sz="1100">
                <a:latin typeface="BIZ UDPゴシック"/>
              </a:rPr>
              <a:t>以上で発表を終わります。ありがとうございました。</a:t>
            </a:r>
          </a:p>
        </p:txBody>
      </p:sp>
      <p:sp>
        <p:nvSpPr>
          <p:cNvPr id="4" name="Slide Image Placeholder 3"/>
          <p:cNvSpPr>
            <a:spLocks noGrp="1"/>
          </p:cNvSpPr>
          <p:nvPr>
            <p:ph type="sldImg" idx="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よくいただく質問なので、参考として用意しました。1台の親ラズパイに、子ラズパイを何台まで繋げられるか、です。</a:t>
            </a:r>
          </a:p>
          <a:p>
            <a:r>
              <a:rPr sz="1100">
                <a:latin typeface="BIZ UDPゴシック"/>
              </a:rPr>
              <a:t>まず、設計上は台数を制限していません。MQTT の同時接続数に上限は設けていませんし、データの ID は機器名と行の中身から決まるので、何台増えても重複しません。条件は台数ではなく、拠点・ライン・工程の三つ組が重ならないことだけです。</a:t>
            </a:r>
          </a:p>
          <a:p>
            <a:r>
              <a:rPr sz="1100">
                <a:latin typeface="BIZ UDPゴシック"/>
              </a:rPr>
              <a:t>実務上の上限は、下の表の順に効いてきます。IPアドレスは245台まで配れます。hint DB への書き込みは1件ずつ直列ですが、実測から毎分850件ほど。信号灯の状態変化は1台あたり毎分数回ですから、50台つないでも毎分数百件で、ここは律速になりません。</a:t>
            </a:r>
          </a:p>
          <a:p>
            <a:r>
              <a:rPr sz="1100">
                <a:latin typeface="BIZ UDPゴシック"/>
              </a:rPr>
              <a:t>問題は一番上です。無線のアクセスポイントに同時に何台ぶら下がれるかはドングルのドライバ次第で、ここだけ測れていません。台数を広げる前に、まずここを実測します。</a:t>
            </a:r>
          </a:p>
        </p:txBody>
      </p:sp>
      <p:sp>
        <p:nvSpPr>
          <p:cNvPr id="4" name="Slide Image Placeholder 3"/>
          <p:cNvSpPr>
            <a:spLocks noGrp="1"/>
          </p:cNvSpPr>
          <p:nvPr>
            <p:ph type="sldImg" idx="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なぜ MQTT で運んでいるのか、という質問をいただくことがあるので用意しました。</a:t>
            </a:r>
          </a:p>
          <a:p>
            <a:r>
              <a:rPr sz="1100">
                <a:latin typeface="BIZ UDPゴシック"/>
              </a:rPr>
              <a:t>まず前提です。いまの構成でも、親ラズパイは受け取ったデータをまず自分の SQLite に書いてから hint DB へ送っています。つまり親のDBはすでにあります。ですから「MQTT か DB か」という選択ではなく、論点は子から親への運び方だけです。</a:t>
            </a:r>
          </a:p>
          <a:p>
            <a:r>
              <a:rPr sz="1100">
                <a:latin typeface="BIZ UDPゴシック"/>
              </a:rPr>
              <a:t>運び方を MQTT ではなく、親にDBサーバを立てて直接書かせる場合と比べると、違いは四つです。</a:t>
            </a:r>
          </a:p>
          <a:p>
            <a:r>
              <a:rPr sz="1100">
                <a:latin typeface="BIZ UDPゴシック"/>
              </a:rPr>
              <a:t>一つ目、子Pi側に要るものが増えます。Pi Zero 2 W は非力なので、軽さは効いてきます。</a:t>
            </a:r>
          </a:p>
          <a:p>
            <a:r>
              <a:rPr sz="1100">
                <a:latin typeface="BIZ UDPゴシック"/>
              </a:rPr>
              <a:t>二つ目、親側にDBサーバを新設して運用することになります。mosquitto は人検知ですでに動いているので、いまは増設なしで済んでいます。</a:t>
            </a:r>
          </a:p>
          <a:p>
            <a:r>
              <a:rPr sz="1100">
                <a:latin typeface="BIZ UDPゴシック"/>
              </a:rPr>
              <a:t>三つ目、生存監視です。MQTT なら、接続時の通知と異常切断時の遺言が仕組みとして付いてくるので、子Piが生きているかがそのまま分かります。監視画面の一番上のペインはこれで作っています。</a:t>
            </a:r>
          </a:p>
          <a:p>
            <a:r>
              <a:rPr sz="1100">
                <a:latin typeface="BIZ UDPゴシック"/>
              </a:rPr>
              <a:t>四つ目、送り先を変えるときです。いまは子が親の中身を知らないので、書き込み先を変えても子は無改修で済みます。</a:t>
            </a:r>
          </a:p>
          <a:p>
            <a:r>
              <a:rPr sz="1100">
                <a:latin typeface="BIZ UDPゴシック"/>
              </a:rPr>
              <a:t>なお、MQTT でなければならない訳ではありません。HTTP でも同じことはできます。ブローカーが1つ増える、つまり止まると全部止まる、という点は素直なデメリットです。</a:t>
            </a:r>
          </a:p>
        </p:txBody>
      </p:sp>
      <p:sp>
        <p:nvSpPr>
          <p:cNvPr id="4" name="Slide Image Placeholder 3"/>
          <p:cNvSpPr>
            <a:spLocks noGrp="1"/>
          </p:cNvSpPr>
          <p:nvPr>
            <p:ph type="sldImg" idx="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冒頭で触れた SpiderLink との関係を、もう少し詳しくご説明します。</a:t>
            </a:r>
          </a:p>
          <a:p>
            <a:r>
              <a:rPr sz="1100">
                <a:latin typeface="BIZ UDPゴシック"/>
              </a:rPr>
              <a:t>上の図をご覧ください。現場でデータが生まれ、工場網まで届き、データベースに入って、集計や活用に回る。この流れを四つに区切ってあります。</a:t>
            </a:r>
          </a:p>
          <a:p>
            <a:r>
              <a:rPr sz="1100">
                <a:latin typeface="BIZ UDPゴシック"/>
              </a:rPr>
              <a:t>SpiderLink が受け持つのは③、テキストファイルをデータベースへ入れるところです。今回作ったのは①から③、現場でデータを生み出して、工場網まで届かせるところです。重なっているのは③だけで、①と②は今回新しく作った部分になります。④の狙いは、どちらも同じです。</a:t>
            </a:r>
          </a:p>
          <a:p>
            <a:r>
              <a:rPr sz="1100">
                <a:latin typeface="BIZ UDPゴシック"/>
              </a:rPr>
              <a:t>なぜ①②を作る必要があったか。理由は三つです。</a:t>
            </a:r>
          </a:p>
          <a:p>
            <a:r>
              <a:rPr sz="1100">
                <a:latin typeface="BIZ UDPゴシック"/>
              </a:rPr>
              <a:t>一つ目、子Piは工場網に繋げません。MAC アドレス許可制の閉域網だからです。子Piが書く CSV も、子Pi用の無線の内側にあるので、工場網の側からは見えません。つまり、ファイルがあってもそこに手が届かない、という状態でした。</a:t>
            </a:r>
          </a:p>
          <a:p>
            <a:r>
              <a:rPr sz="1100">
                <a:latin typeface="BIZ UDPゴシック"/>
              </a:rPr>
              <a:t>二つ目、通信が切れてもデータを失えません。控えに貯めて、復旧後にまとめて送ります。</a:t>
            </a:r>
          </a:p>
          <a:p>
            <a:r>
              <a:rPr sz="1100">
                <a:latin typeface="BIZ UDPゴシック"/>
              </a:rPr>
              <a:t>三つ目、時刻です。子Piが刻んだ取得時刻をそのまま記録するので、時刻が合っていなければ記録の意味がなくなります。</a:t>
            </a:r>
          </a:p>
          <a:p>
            <a:r>
              <a:rPr sz="1100">
                <a:latin typeface="BIZ UDPゴシック"/>
              </a:rPr>
              <a:t>この三つを解いた部分が、今回の取り組みだとお考えください。</a:t>
            </a:r>
          </a:p>
        </p:txBody>
      </p:sp>
      <p:sp>
        <p:nvSpPr>
          <p:cNvPr id="4" name="Slide Image Placeholder 3"/>
          <p:cNvSpPr>
            <a:spLocks noGrp="1"/>
          </p:cNvSpPr>
          <p:nvPr>
            <p:ph type="sldImg" idx="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参考として、日々の運用です。</a:t>
            </a:r>
          </a:p>
          <a:p>
            <a:r>
              <a:rPr sz="1100">
                <a:latin typeface="BIZ UDPゴシック"/>
              </a:rPr>
              <a:t>現場でしていただく操作は、デスクトップのアイコンを押すだけです。「接続」で工場網につながり、時刻を合わせ、記録が始まります。「切断」で記録を止めて、ふだんのネットワークに戻ります。</a:t>
            </a:r>
          </a:p>
          <a:p>
            <a:r>
              <a:rPr sz="1100">
                <a:latin typeface="BIZ UDPゴシック"/>
              </a:rPr>
              <a:t>入った記録は「直近30件の記録」でその場で確認できます。</a:t>
            </a:r>
          </a:p>
          <a:p>
            <a:r>
              <a:rPr sz="1100">
                <a:latin typeface="BIZ UDPゴシック"/>
              </a:rPr>
              <a:t>右は監視画面です。子Piが生きているか、親Piに届いているか、hint DB に入ったか、を1画面で確認できるようにしています。</a:t>
            </a:r>
          </a:p>
        </p:txBody>
      </p:sp>
      <p:sp>
        <p:nvSpPr>
          <p:cNvPr id="4" name="Slide Image Placeholder 3"/>
          <p:cNvSpPr>
            <a:spLocks noGrp="1"/>
          </p:cNvSpPr>
          <p:nvPr>
            <p:ph type="sldImg" idx="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Notes Placeholder 2"/>
          <p:cNvSpPr>
            <a:spLocks noGrp="1"/>
          </p:cNvSpPr>
          <p:nvPr>
            <p:ph type="body" idx="3" sz="quarter"/>
          </p:nvPr>
        </p:nvSpPr>
        <p:spPr/>
        <p:txBody>
          <a:bodyPr/>
          <a:lstStyle/>
          <a:p>
            <a:r>
              <a:rPr sz="1100">
                <a:latin typeface="BIZ UDPゴシック"/>
              </a:rPr>
              <a:t>機器の内訳です。</a:t>
            </a:r>
          </a:p>
          <a:p>
            <a:r>
              <a:rPr sz="1100">
                <a:latin typeface="BIZ UDPゴシック"/>
              </a:rPr>
              <a:t>子ラズパイ1台分が、本体1万3千460円、AI カメラ1万6千50円、小型のタッチ画面2千680円で、小計3万2千190円です。</a:t>
            </a:r>
          </a:p>
          <a:p>
            <a:r>
              <a:rPr sz="1100">
                <a:latin typeface="BIZ UDPゴシック"/>
              </a:rPr>
              <a:t>親ラズパイ1台分が、スターターキット4万7千40円と USB 無線子機2千730円で、小計4万9千770円です。</a:t>
            </a:r>
          </a:p>
          <a:p>
            <a:r>
              <a:rPr sz="1100">
                <a:latin typeface="BIZ UDPゴシック"/>
              </a:rPr>
              <a:t>合計で8万1千960円、税込みで9万156円になります。</a:t>
            </a:r>
          </a:p>
          <a:p>
            <a:r>
              <a:rPr sz="1100">
                <a:latin typeface="BIZ UDPゴシック"/>
              </a:rPr>
              <a:t>子Piを1台増やすごとに3万2千円ほどで対象設備を広げられる、という増やし方ができます。</a:t>
            </a:r>
          </a:p>
        </p:txBody>
      </p:sp>
      <p:sp>
        <p:nvSpPr>
          <p:cNvPr id="4" name="Slide Image Placeholder 3"/>
          <p:cNvSpPr>
            <a:spLocks noGrp="1"/>
          </p:cNvSpPr>
          <p:nvPr>
            <p:ph type="sldImg" idx="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 Id="rId3" Type="http://schemas.openxmlformats.org/officeDocument/2006/relationships/image" Target="../media/image16.png"/><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_1">
    <p:spTree>
      <p:nvGrpSpPr>
        <p:cNvPr id="1" name=""/>
        <p:cNvGrpSpPr/>
        <p:nvPr/>
      </p:nvGrpSpPr>
      <p:grpSpPr>
        <a:xfrm>
          <a:off x="0" y="0"/>
          <a:ext cx="0" cy="0"/>
          <a:chOff x="0" y="0"/>
          <a:chExt cx="0" cy="0"/>
        </a:xfrm>
      </p:grpSpPr>
      <p:grpSp>
        <p:nvGrpSpPr>
          <p:cNvPr id="5" name="Color Sample">
            <a:extLst>
              <a:ext uri="{FF2B5EF4-FFF2-40B4-BE49-F238E27FC236}">
                <a16:creationId xmlns:a16="http://schemas.microsoft.com/office/drawing/2014/main" id="{011596D2-CA61-8F3F-C4DF-F26C4D288B6B}"/>
              </a:ext>
              <a:ext uri="{C183D7F6-B498-43B3-948B-1728B52AA6E4}">
                <adec:decorative xmlns:adec="http://schemas.microsoft.com/office/drawing/2017/decorative" val="1"/>
              </a:ext>
            </a:extLst>
          </p:cNvPr>
          <p:cNvGrpSpPr/>
          <p:nvPr userDrawn="1"/>
        </p:nvGrpSpPr>
        <p:grpSpPr>
          <a:xfrm>
            <a:off x="12380400" y="55979"/>
            <a:ext cx="737382" cy="6802021"/>
            <a:chOff x="12380400" y="55979"/>
            <a:chExt cx="737382" cy="6802021"/>
          </a:xfrm>
        </p:grpSpPr>
        <p:grpSp>
          <p:nvGrpSpPr>
            <p:cNvPr id="6" name="Functional Color">
              <a:extLst>
                <a:ext uri="{FF2B5EF4-FFF2-40B4-BE49-F238E27FC236}">
                  <a16:creationId xmlns:a16="http://schemas.microsoft.com/office/drawing/2014/main" id="{52968093-0562-B5ED-4176-EC7A49D81E32}"/>
                </a:ext>
              </a:extLst>
            </p:cNvPr>
            <p:cNvGrpSpPr/>
            <p:nvPr userDrawn="1"/>
          </p:nvGrpSpPr>
          <p:grpSpPr>
            <a:xfrm>
              <a:off x="12380400" y="5040945"/>
              <a:ext cx="737382" cy="1817055"/>
              <a:chOff x="12938528" y="5040945"/>
              <a:chExt cx="737382" cy="1817055"/>
            </a:xfrm>
          </p:grpSpPr>
          <p:grpSp>
            <p:nvGrpSpPr>
              <p:cNvPr id="201" name="Orange">
                <a:extLst>
                  <a:ext uri="{FF2B5EF4-FFF2-40B4-BE49-F238E27FC236}">
                    <a16:creationId xmlns:a16="http://schemas.microsoft.com/office/drawing/2014/main" id="{59C83EB0-3E59-B3F4-CD85-C3304A2369EF}"/>
                  </a:ext>
                </a:extLst>
              </p:cNvPr>
              <p:cNvGrpSpPr/>
              <p:nvPr userDrawn="1"/>
            </p:nvGrpSpPr>
            <p:grpSpPr>
              <a:xfrm>
                <a:off x="13486734" y="5420073"/>
                <a:ext cx="186260" cy="1437927"/>
                <a:chOff x="0" y="0"/>
                <a:chExt cx="720000" cy="1800000"/>
              </a:xfrm>
            </p:grpSpPr>
            <p:sp>
              <p:nvSpPr>
                <p:cNvPr id="221" name="Orange 100">
                  <a:extLst>
                    <a:ext uri="{FF2B5EF4-FFF2-40B4-BE49-F238E27FC236}">
                      <a16:creationId xmlns:a16="http://schemas.microsoft.com/office/drawing/2014/main" id="{63349B9D-A348-6B80-ECF7-FC92440EC719}"/>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4020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2" name="Orange 80">
                  <a:extLst>
                    <a:ext uri="{FF2B5EF4-FFF2-40B4-BE49-F238E27FC236}">
                      <a16:creationId xmlns:a16="http://schemas.microsoft.com/office/drawing/2014/main" id="{D1782425-DF8E-6ED5-6D1A-F964DFDA15BC}"/>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A54D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3" name="Orange 60">
                  <a:extLst>
                    <a:ext uri="{FF2B5EF4-FFF2-40B4-BE49-F238E27FC236}">
                      <a16:creationId xmlns:a16="http://schemas.microsoft.com/office/drawing/2014/main" id="{417B1F09-7C1D-AE95-9958-DB2BDAEC158C}"/>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47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4" name="Orange 40">
                  <a:extLst>
                    <a:ext uri="{FF2B5EF4-FFF2-40B4-BE49-F238E27FC236}">
                      <a16:creationId xmlns:a16="http://schemas.microsoft.com/office/drawing/2014/main" id="{F2AE8FD5-78D4-D330-C0A9-9823D46605C5}"/>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A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5" name="Orange 20">
                  <a:extLst>
                    <a:ext uri="{FF2B5EF4-FFF2-40B4-BE49-F238E27FC236}">
                      <a16:creationId xmlns:a16="http://schemas.microsoft.com/office/drawing/2014/main" id="{A842AE2A-1005-9DFB-A953-04C2713DFD4B}"/>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E4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2" name="Magenta">
                <a:extLst>
                  <a:ext uri="{FF2B5EF4-FFF2-40B4-BE49-F238E27FC236}">
                    <a16:creationId xmlns:a16="http://schemas.microsoft.com/office/drawing/2014/main" id="{B86A5C63-0586-7389-3FC2-507FBB56B412}"/>
                  </a:ext>
                </a:extLst>
              </p:cNvPr>
              <p:cNvGrpSpPr/>
              <p:nvPr userDrawn="1"/>
            </p:nvGrpSpPr>
            <p:grpSpPr>
              <a:xfrm>
                <a:off x="13303370" y="5420073"/>
                <a:ext cx="186260" cy="1437927"/>
                <a:chOff x="0" y="0"/>
                <a:chExt cx="720000" cy="1800000"/>
              </a:xfrm>
            </p:grpSpPr>
            <p:sp>
              <p:nvSpPr>
                <p:cNvPr id="216" name="Magenta 100">
                  <a:extLst>
                    <a:ext uri="{FF2B5EF4-FFF2-40B4-BE49-F238E27FC236}">
                      <a16:creationId xmlns:a16="http://schemas.microsoft.com/office/drawing/2014/main" id="{68B90B47-5D5C-56A7-778E-39D5190683DA}"/>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3713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7" name="Magenta 80">
                  <a:extLst>
                    <a:ext uri="{FF2B5EF4-FFF2-40B4-BE49-F238E27FC236}">
                      <a16:creationId xmlns:a16="http://schemas.microsoft.com/office/drawing/2014/main" id="{633D314E-5F51-E042-8A21-5CF7F238619E}"/>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8E2C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8" name="Magenta 60">
                  <a:extLst>
                    <a:ext uri="{FF2B5EF4-FFF2-40B4-BE49-F238E27FC236}">
                      <a16:creationId xmlns:a16="http://schemas.microsoft.com/office/drawing/2014/main" id="{D4A5CC61-CBD5-6CDB-99FF-6FCAE172950E}"/>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D34D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9" name="Magenta 40">
                  <a:extLst>
                    <a:ext uri="{FF2B5EF4-FFF2-40B4-BE49-F238E27FC236}">
                      <a16:creationId xmlns:a16="http://schemas.microsoft.com/office/drawing/2014/main" id="{E222033A-FE20-325B-1147-D83BE636D218}"/>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79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0" name="Magenta 20">
                  <a:extLst>
                    <a:ext uri="{FF2B5EF4-FFF2-40B4-BE49-F238E27FC236}">
                      <a16:creationId xmlns:a16="http://schemas.microsoft.com/office/drawing/2014/main" id="{792B63D6-B14D-DEBF-AB6E-D37130D6F163}"/>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E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3" name="Teal">
                <a:extLst>
                  <a:ext uri="{FF2B5EF4-FFF2-40B4-BE49-F238E27FC236}">
                    <a16:creationId xmlns:a16="http://schemas.microsoft.com/office/drawing/2014/main" id="{7BFF72F0-16E7-B285-2479-51CD08D44A48}"/>
                  </a:ext>
                </a:extLst>
              </p:cNvPr>
              <p:cNvGrpSpPr/>
              <p:nvPr userDrawn="1"/>
            </p:nvGrpSpPr>
            <p:grpSpPr>
              <a:xfrm>
                <a:off x="13118915" y="5420073"/>
                <a:ext cx="186260" cy="1437927"/>
                <a:chOff x="-11724" y="0"/>
                <a:chExt cx="720000" cy="1800000"/>
              </a:xfrm>
            </p:grpSpPr>
            <p:sp>
              <p:nvSpPr>
                <p:cNvPr id="211" name="Teal 100">
                  <a:extLst>
                    <a:ext uri="{FF2B5EF4-FFF2-40B4-BE49-F238E27FC236}">
                      <a16:creationId xmlns:a16="http://schemas.microsoft.com/office/drawing/2014/main" id="{845B2668-1DD5-517B-B68F-3E9A41632E21}"/>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03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2" name="Teal 80">
                  <a:extLst>
                    <a:ext uri="{FF2B5EF4-FFF2-40B4-BE49-F238E27FC236}">
                      <a16:creationId xmlns:a16="http://schemas.microsoft.com/office/drawing/2014/main" id="{F4567C1C-3DE9-6812-44D1-D1BE0A638EC8}"/>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1C6C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3" name="Teal 60">
                  <a:extLst>
                    <a:ext uri="{FF2B5EF4-FFF2-40B4-BE49-F238E27FC236}">
                      <a16:creationId xmlns:a16="http://schemas.microsoft.com/office/drawing/2014/main" id="{92C132FC-00BB-0508-EF45-CCF685B2109B}"/>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00B1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4" name="Teal 40">
                  <a:extLst>
                    <a:ext uri="{FF2B5EF4-FFF2-40B4-BE49-F238E27FC236}">
                      <a16:creationId xmlns:a16="http://schemas.microsoft.com/office/drawing/2014/main" id="{70E2F35F-503D-22F0-047C-871D6D44D726}"/>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63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5" name="Teal 20">
                  <a:extLst>
                    <a:ext uri="{FF2B5EF4-FFF2-40B4-BE49-F238E27FC236}">
                      <a16:creationId xmlns:a16="http://schemas.microsoft.com/office/drawing/2014/main" id="{D57962A2-7DD8-EBD0-9D76-50FD660DE103}"/>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CF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4" name="Ash">
                <a:extLst>
                  <a:ext uri="{FF2B5EF4-FFF2-40B4-BE49-F238E27FC236}">
                    <a16:creationId xmlns:a16="http://schemas.microsoft.com/office/drawing/2014/main" id="{82EA4B8D-4387-B231-8A45-A032F8843809}"/>
                  </a:ext>
                </a:extLst>
              </p:cNvPr>
              <p:cNvGrpSpPr/>
              <p:nvPr userDrawn="1"/>
            </p:nvGrpSpPr>
            <p:grpSpPr>
              <a:xfrm>
                <a:off x="12938528" y="5420073"/>
                <a:ext cx="186260" cy="1437927"/>
                <a:chOff x="0" y="0"/>
                <a:chExt cx="720000" cy="1800000"/>
              </a:xfrm>
            </p:grpSpPr>
            <p:sp>
              <p:nvSpPr>
                <p:cNvPr id="206" name="Ash 100">
                  <a:extLst>
                    <a:ext uri="{FF2B5EF4-FFF2-40B4-BE49-F238E27FC236}">
                      <a16:creationId xmlns:a16="http://schemas.microsoft.com/office/drawing/2014/main" id="{22E1F7D3-3F9B-CF23-E08B-DEE68D60DEEB}"/>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1E26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7" name="Ash 80">
                  <a:extLst>
                    <a:ext uri="{FF2B5EF4-FFF2-40B4-BE49-F238E27FC236}">
                      <a16:creationId xmlns:a16="http://schemas.microsoft.com/office/drawing/2014/main" id="{6ED336BE-2D23-70E3-A894-7907635A4980}"/>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4C6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 name="Ash 60">
                  <a:extLst>
                    <a:ext uri="{FF2B5EF4-FFF2-40B4-BE49-F238E27FC236}">
                      <a16:creationId xmlns:a16="http://schemas.microsoft.com/office/drawing/2014/main" id="{83D7FFA2-C097-7213-52B6-BF2BD1255415}"/>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6D89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 name="Ash 40">
                  <a:extLst>
                    <a:ext uri="{FF2B5EF4-FFF2-40B4-BE49-F238E27FC236}">
                      <a16:creationId xmlns:a16="http://schemas.microsoft.com/office/drawing/2014/main" id="{B0FE1561-AA65-3B5F-F41F-707D65FD95E7}"/>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99B0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0" name="Ash 20">
                  <a:extLst>
                    <a:ext uri="{FF2B5EF4-FFF2-40B4-BE49-F238E27FC236}">
                      <a16:creationId xmlns:a16="http://schemas.microsoft.com/office/drawing/2014/main" id="{15EBB36C-FCC9-AB35-7030-1B799AC359B3}"/>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DDE5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05" name="text">
                <a:extLst>
                  <a:ext uri="{FF2B5EF4-FFF2-40B4-BE49-F238E27FC236}">
                    <a16:creationId xmlns:a16="http://schemas.microsoft.com/office/drawing/2014/main" id="{878E7EF6-A50D-B3E8-D4D0-6A988D1BE6FD}"/>
                  </a:ext>
                  <a:ext uri="{C183D7F6-B498-43B3-948B-1728B52AA6E4}">
                    <adec:decorative xmlns:adec="http://schemas.microsoft.com/office/drawing/2017/decorative" val="1"/>
                  </a:ext>
                </a:extLst>
              </p:cNvPr>
              <p:cNvSpPr txBox="1"/>
              <p:nvPr userDrawn="1"/>
            </p:nvSpPr>
            <p:spPr>
              <a:xfrm>
                <a:off x="12938529" y="5040945"/>
                <a:ext cx="737381" cy="338554"/>
              </a:xfrm>
              <a:prstGeom prst="rect">
                <a:avLst/>
              </a:prstGeom>
              <a:noFill/>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ファンクショナル</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nvGrpSpPr>
            <p:cNvPr id="7" name="Secondary Color">
              <a:extLst>
                <a:ext uri="{FF2B5EF4-FFF2-40B4-BE49-F238E27FC236}">
                  <a16:creationId xmlns:a16="http://schemas.microsoft.com/office/drawing/2014/main" id="{066B391E-E95C-AE88-974F-7CE9BD6B477D}"/>
                </a:ext>
              </a:extLst>
            </p:cNvPr>
            <p:cNvGrpSpPr/>
            <p:nvPr userDrawn="1"/>
          </p:nvGrpSpPr>
          <p:grpSpPr>
            <a:xfrm>
              <a:off x="12380400" y="3119373"/>
              <a:ext cx="737381" cy="1831432"/>
              <a:chOff x="12938528" y="3119373"/>
              <a:chExt cx="737381" cy="1831432"/>
            </a:xfrm>
          </p:grpSpPr>
          <p:grpSp>
            <p:nvGrpSpPr>
              <p:cNvPr id="32" name="Yellow">
                <a:extLst>
                  <a:ext uri="{FF2B5EF4-FFF2-40B4-BE49-F238E27FC236}">
                    <a16:creationId xmlns:a16="http://schemas.microsoft.com/office/drawing/2014/main" id="{879718C4-0323-243A-099F-EDB92E2BF4CE}"/>
                  </a:ext>
                </a:extLst>
              </p:cNvPr>
              <p:cNvGrpSpPr/>
              <p:nvPr userDrawn="1"/>
            </p:nvGrpSpPr>
            <p:grpSpPr>
              <a:xfrm>
                <a:off x="13488691" y="3512878"/>
                <a:ext cx="187218" cy="1437927"/>
                <a:chOff x="0" y="0"/>
                <a:chExt cx="720000" cy="1800000"/>
              </a:xfrm>
            </p:grpSpPr>
            <p:sp>
              <p:nvSpPr>
                <p:cNvPr id="196" name="Yellow 100">
                  <a:extLst>
                    <a:ext uri="{FF2B5EF4-FFF2-40B4-BE49-F238E27FC236}">
                      <a16:creationId xmlns:a16="http://schemas.microsoft.com/office/drawing/2014/main" id="{3BA611B3-087E-D172-6E8B-8C6322069FD2}"/>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332C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7" name="Yellow 80">
                  <a:extLst>
                    <a:ext uri="{FF2B5EF4-FFF2-40B4-BE49-F238E27FC236}">
                      <a16:creationId xmlns:a16="http://schemas.microsoft.com/office/drawing/2014/main" id="{8F907F80-4D9D-F706-0B4E-C0AF630D8176}"/>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9B77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8" name="Yellow 60">
                  <a:extLst>
                    <a:ext uri="{FF2B5EF4-FFF2-40B4-BE49-F238E27FC236}">
                      <a16:creationId xmlns:a16="http://schemas.microsoft.com/office/drawing/2014/main" id="{4567B810-F04F-B082-123B-00A36FAB862A}"/>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3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9" name="Yellow 40">
                  <a:extLst>
                    <a:ext uri="{FF2B5EF4-FFF2-40B4-BE49-F238E27FC236}">
                      <a16:creationId xmlns:a16="http://schemas.microsoft.com/office/drawing/2014/main" id="{11B7C6A6-08B1-46C4-AE11-96CFCEF8B7D0}"/>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D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0" name="Yellow 20">
                  <a:extLst>
                    <a:ext uri="{FF2B5EF4-FFF2-40B4-BE49-F238E27FC236}">
                      <a16:creationId xmlns:a16="http://schemas.microsoft.com/office/drawing/2014/main" id="{22E8B72D-4463-9CCD-3987-00002E4FB45E}"/>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F8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een">
                <a:extLst>
                  <a:ext uri="{FF2B5EF4-FFF2-40B4-BE49-F238E27FC236}">
                    <a16:creationId xmlns:a16="http://schemas.microsoft.com/office/drawing/2014/main" id="{BD5CFF17-D92B-926B-F660-BF134F633B1D}"/>
                  </a:ext>
                </a:extLst>
              </p:cNvPr>
              <p:cNvGrpSpPr/>
              <p:nvPr userDrawn="1"/>
            </p:nvGrpSpPr>
            <p:grpSpPr>
              <a:xfrm>
                <a:off x="13307240" y="3512878"/>
                <a:ext cx="187218" cy="1437927"/>
                <a:chOff x="-11724" y="0"/>
                <a:chExt cx="720000" cy="1800000"/>
              </a:xfrm>
            </p:grpSpPr>
            <p:sp>
              <p:nvSpPr>
                <p:cNvPr id="47" name="Green 100">
                  <a:extLst>
                    <a:ext uri="{FF2B5EF4-FFF2-40B4-BE49-F238E27FC236}">
                      <a16:creationId xmlns:a16="http://schemas.microsoft.com/office/drawing/2014/main" id="{170D8F70-8BBE-9068-A2FE-7AC1E2352183}"/>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002B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Green 80">
                  <a:extLst>
                    <a:ext uri="{FF2B5EF4-FFF2-40B4-BE49-F238E27FC236}">
                      <a16:creationId xmlns:a16="http://schemas.microsoft.com/office/drawing/2014/main" id="{08E0CFA7-64A0-AF1B-EC8D-06C16AE866EB}"/>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0076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Green 60">
                  <a:extLst>
                    <a:ext uri="{FF2B5EF4-FFF2-40B4-BE49-F238E27FC236}">
                      <a16:creationId xmlns:a16="http://schemas.microsoft.com/office/drawing/2014/main" id="{8404BB23-CFDB-BA5C-939F-37875E5B5E63}"/>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00C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4" name="Green 40">
                  <a:extLst>
                    <a:ext uri="{FF2B5EF4-FFF2-40B4-BE49-F238E27FC236}">
                      <a16:creationId xmlns:a16="http://schemas.microsoft.com/office/drawing/2014/main" id="{23112E30-63F0-8F97-F921-C16024B937F8}"/>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59E5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5" name="Green 20">
                  <a:extLst>
                    <a:ext uri="{FF2B5EF4-FFF2-40B4-BE49-F238E27FC236}">
                      <a16:creationId xmlns:a16="http://schemas.microsoft.com/office/drawing/2014/main" id="{02E4CB25-2153-E736-08BA-5D390F02BEBE}"/>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CCF7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Purple">
                <a:extLst>
                  <a:ext uri="{FF2B5EF4-FFF2-40B4-BE49-F238E27FC236}">
                    <a16:creationId xmlns:a16="http://schemas.microsoft.com/office/drawing/2014/main" id="{B6EF994D-39E3-5952-C044-9FEC2E968F39}"/>
                  </a:ext>
                </a:extLst>
              </p:cNvPr>
              <p:cNvGrpSpPr/>
              <p:nvPr userDrawn="1"/>
            </p:nvGrpSpPr>
            <p:grpSpPr>
              <a:xfrm>
                <a:off x="13119725" y="3512878"/>
                <a:ext cx="187218" cy="1437927"/>
                <a:chOff x="0" y="0"/>
                <a:chExt cx="720000" cy="1800000"/>
              </a:xfrm>
            </p:grpSpPr>
            <p:sp>
              <p:nvSpPr>
                <p:cNvPr id="42" name="Purple 100">
                  <a:extLst>
                    <a:ext uri="{FF2B5EF4-FFF2-40B4-BE49-F238E27FC236}">
                      <a16:creationId xmlns:a16="http://schemas.microsoft.com/office/drawing/2014/main" id="{D6119F9E-D314-E443-0B68-76339B052431}"/>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2303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Purple 80">
                  <a:extLst>
                    <a:ext uri="{FF2B5EF4-FFF2-40B4-BE49-F238E27FC236}">
                      <a16:creationId xmlns:a16="http://schemas.microsoft.com/office/drawing/2014/main" id="{2C3102BD-2071-0EAC-3F88-FD0687DB7F3F}"/>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580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Purple 60">
                  <a:extLst>
                    <a:ext uri="{FF2B5EF4-FFF2-40B4-BE49-F238E27FC236}">
                      <a16:creationId xmlns:a16="http://schemas.microsoft.com/office/drawing/2014/main" id="{392177D0-C252-B42D-8871-D61E2ADD4F13}"/>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8C0A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Purple 40">
                  <a:extLst>
                    <a:ext uri="{FF2B5EF4-FFF2-40B4-BE49-F238E27FC236}">
                      <a16:creationId xmlns:a16="http://schemas.microsoft.com/office/drawing/2014/main" id="{7C67D999-F950-64E3-4E2F-6DD60BA911AA}"/>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B46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Purple 20">
                  <a:extLst>
                    <a:ext uri="{FF2B5EF4-FFF2-40B4-BE49-F238E27FC236}">
                      <a16:creationId xmlns:a16="http://schemas.microsoft.com/office/drawing/2014/main" id="{9A31846E-E8B3-89D6-12D6-D026510C7F72}"/>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E8CE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Blue">
                <a:extLst>
                  <a:ext uri="{FF2B5EF4-FFF2-40B4-BE49-F238E27FC236}">
                    <a16:creationId xmlns:a16="http://schemas.microsoft.com/office/drawing/2014/main" id="{F0A2A6B5-4658-B8BB-8DEA-5972A6236DAF}"/>
                  </a:ext>
                </a:extLst>
              </p:cNvPr>
              <p:cNvGrpSpPr/>
              <p:nvPr userDrawn="1"/>
            </p:nvGrpSpPr>
            <p:grpSpPr>
              <a:xfrm>
                <a:off x="12938528" y="3512878"/>
                <a:ext cx="187218" cy="1437927"/>
                <a:chOff x="0" y="0"/>
                <a:chExt cx="720000" cy="1800000"/>
              </a:xfrm>
            </p:grpSpPr>
            <p:sp>
              <p:nvSpPr>
                <p:cNvPr id="37" name="Blue 100">
                  <a:extLst>
                    <a:ext uri="{FF2B5EF4-FFF2-40B4-BE49-F238E27FC236}">
                      <a16:creationId xmlns:a16="http://schemas.microsoft.com/office/drawing/2014/main" id="{91FE9DFB-CD54-0E71-229D-D41F0A164F93}"/>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000E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Blue 80">
                  <a:extLst>
                    <a:ext uri="{FF2B5EF4-FFF2-40B4-BE49-F238E27FC236}">
                      <a16:creationId xmlns:a16="http://schemas.microsoft.com/office/drawing/2014/main" id="{213F5BBE-259A-6904-0350-B7796364BBD5}"/>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002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Blue 60">
                  <a:extLst>
                    <a:ext uri="{FF2B5EF4-FFF2-40B4-BE49-F238E27FC236}">
                      <a16:creationId xmlns:a16="http://schemas.microsoft.com/office/drawing/2014/main" id="{2A5F0E00-6C64-A1D9-B331-FCB697CD292C}"/>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003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Blue 40">
                  <a:extLst>
                    <a:ext uri="{FF2B5EF4-FFF2-40B4-BE49-F238E27FC236}">
                      <a16:creationId xmlns:a16="http://schemas.microsoft.com/office/drawing/2014/main" id="{5AD6F961-2ED7-60AF-BA2E-38D2AF21E82F}"/>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597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Blue 20">
                  <a:extLst>
                    <a:ext uri="{FF2B5EF4-FFF2-40B4-BE49-F238E27FC236}">
                      <a16:creationId xmlns:a16="http://schemas.microsoft.com/office/drawing/2014/main" id="{30804CE7-4BE3-2E47-6924-9CA6DECB3351}"/>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CCD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 name="text">
                <a:extLst>
                  <a:ext uri="{FF2B5EF4-FFF2-40B4-BE49-F238E27FC236}">
                    <a16:creationId xmlns:a16="http://schemas.microsoft.com/office/drawing/2014/main" id="{896CB256-021C-363B-2592-B23445B9ACD2}"/>
                  </a:ext>
                  <a:ext uri="{C183D7F6-B498-43B3-948B-1728B52AA6E4}">
                    <adec:decorative xmlns:adec="http://schemas.microsoft.com/office/drawing/2017/decorative" val="1"/>
                  </a:ext>
                </a:extLst>
              </p:cNvPr>
              <p:cNvSpPr txBox="1"/>
              <p:nvPr userDrawn="1"/>
            </p:nvSpPr>
            <p:spPr>
              <a:xfrm>
                <a:off x="12947189" y="3119373"/>
                <a:ext cx="569067" cy="338554"/>
              </a:xfrm>
              <a:prstGeom prst="rect">
                <a:avLst/>
              </a:prstGeom>
              <a:noFill/>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セカンダリー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nvGrpSpPr>
            <p:cNvPr id="8" name="Primary Color">
              <a:extLst>
                <a:ext uri="{FF2B5EF4-FFF2-40B4-BE49-F238E27FC236}">
                  <a16:creationId xmlns:a16="http://schemas.microsoft.com/office/drawing/2014/main" id="{C3D9662B-FA14-798C-5831-8913B7A9BF9D}"/>
                </a:ext>
              </a:extLst>
            </p:cNvPr>
            <p:cNvGrpSpPr/>
            <p:nvPr userDrawn="1"/>
          </p:nvGrpSpPr>
          <p:grpSpPr>
            <a:xfrm>
              <a:off x="12380400" y="55979"/>
              <a:ext cx="557845" cy="2973254"/>
              <a:chOff x="12938528" y="55979"/>
              <a:chExt cx="557845" cy="2973254"/>
            </a:xfrm>
          </p:grpSpPr>
          <p:grpSp>
            <p:nvGrpSpPr>
              <p:cNvPr id="9" name="Gray">
                <a:extLst>
                  <a:ext uri="{FF2B5EF4-FFF2-40B4-BE49-F238E27FC236}">
                    <a16:creationId xmlns:a16="http://schemas.microsoft.com/office/drawing/2014/main" id="{645972FF-AED8-C317-AFA5-608D149B76EB}"/>
                  </a:ext>
                </a:extLst>
              </p:cNvPr>
              <p:cNvGrpSpPr/>
              <p:nvPr userDrawn="1"/>
            </p:nvGrpSpPr>
            <p:grpSpPr>
              <a:xfrm>
                <a:off x="13120206" y="414820"/>
                <a:ext cx="186081" cy="2614413"/>
                <a:chOff x="-11724" y="0"/>
                <a:chExt cx="720000" cy="3600000"/>
              </a:xfrm>
            </p:grpSpPr>
            <p:sp>
              <p:nvSpPr>
                <p:cNvPr id="22" name="Gray 100">
                  <a:extLst>
                    <a:ext uri="{FF2B5EF4-FFF2-40B4-BE49-F238E27FC236}">
                      <a16:creationId xmlns:a16="http://schemas.microsoft.com/office/drawing/2014/main" id="{892E1823-94B9-543B-AAAB-70B55616E865}"/>
                    </a:ext>
                    <a:ext uri="{C183D7F6-B498-43B3-948B-1728B52AA6E4}">
                      <adec:decorative xmlns:adec="http://schemas.microsoft.com/office/drawing/2017/decorative" val="1"/>
                    </a:ext>
                  </a:extLst>
                </p:cNvPr>
                <p:cNvSpPr/>
                <p:nvPr/>
              </p:nvSpPr>
              <p:spPr>
                <a:xfrm>
                  <a:off x="-11724" y="3240000"/>
                  <a:ext cx="720000" cy="360000"/>
                </a:xfrm>
                <a:prstGeom prst="rect">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Gray 90">
                  <a:extLst>
                    <a:ext uri="{FF2B5EF4-FFF2-40B4-BE49-F238E27FC236}">
                      <a16:creationId xmlns:a16="http://schemas.microsoft.com/office/drawing/2014/main" id="{F081C8A5-9C49-FF02-EBC5-6930753DA3B8}"/>
                    </a:ext>
                    <a:ext uri="{C183D7F6-B498-43B3-948B-1728B52AA6E4}">
                      <adec:decorative xmlns:adec="http://schemas.microsoft.com/office/drawing/2017/decorative" val="1"/>
                    </a:ext>
                  </a:extLst>
                </p:cNvPr>
                <p:cNvSpPr/>
                <p:nvPr/>
              </p:nvSpPr>
              <p:spPr>
                <a:xfrm>
                  <a:off x="-11724" y="2880000"/>
                  <a:ext cx="720000" cy="3600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Gray 80">
                  <a:extLst>
                    <a:ext uri="{FF2B5EF4-FFF2-40B4-BE49-F238E27FC236}">
                      <a16:creationId xmlns:a16="http://schemas.microsoft.com/office/drawing/2014/main" id="{C9CD3240-35D3-C748-AC98-FD07817F3EAE}"/>
                    </a:ext>
                    <a:ext uri="{C183D7F6-B498-43B3-948B-1728B52AA6E4}">
                      <adec:decorative xmlns:adec="http://schemas.microsoft.com/office/drawing/2017/decorative" val="1"/>
                    </a:ext>
                  </a:extLst>
                </p:cNvPr>
                <p:cNvSpPr/>
                <p:nvPr/>
              </p:nvSpPr>
              <p:spPr>
                <a:xfrm>
                  <a:off x="-11724" y="2520000"/>
                  <a:ext cx="720000" cy="360000"/>
                </a:xfrm>
                <a:prstGeom prst="rect">
                  <a:avLst/>
                </a:prstGeom>
                <a:solidFill>
                  <a:srgbClr val="4D4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Gray 70">
                  <a:extLst>
                    <a:ext uri="{FF2B5EF4-FFF2-40B4-BE49-F238E27FC236}">
                      <a16:creationId xmlns:a16="http://schemas.microsoft.com/office/drawing/2014/main" id="{DF47579B-C31A-05A9-D31F-4C184469B656}"/>
                    </a:ext>
                    <a:ext uri="{C183D7F6-B498-43B3-948B-1728B52AA6E4}">
                      <adec:decorative xmlns:adec="http://schemas.microsoft.com/office/drawing/2017/decorative" val="1"/>
                    </a:ext>
                  </a:extLst>
                </p:cNvPr>
                <p:cNvSpPr/>
                <p:nvPr/>
              </p:nvSpPr>
              <p:spPr>
                <a:xfrm>
                  <a:off x="-11724" y="2160000"/>
                  <a:ext cx="720000" cy="360000"/>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Gray 60">
                  <a:extLst>
                    <a:ext uri="{FF2B5EF4-FFF2-40B4-BE49-F238E27FC236}">
                      <a16:creationId xmlns:a16="http://schemas.microsoft.com/office/drawing/2014/main" id="{BE73C578-F50C-3EE5-632D-0C566A5DDBB3}"/>
                    </a:ext>
                    <a:ext uri="{C183D7F6-B498-43B3-948B-1728B52AA6E4}">
                      <adec:decorative xmlns:adec="http://schemas.microsoft.com/office/drawing/2017/decorative" val="1"/>
                    </a:ext>
                  </a:extLst>
                </p:cNvPr>
                <p:cNvSpPr/>
                <p:nvPr/>
              </p:nvSpPr>
              <p:spPr>
                <a:xfrm>
                  <a:off x="-11724" y="1800000"/>
                  <a:ext cx="720000" cy="360000"/>
                </a:xfrm>
                <a:prstGeom prst="rect">
                  <a:avLst/>
                </a:prstGeom>
                <a:solidFill>
                  <a:srgbClr val="8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Gray 50">
                  <a:extLst>
                    <a:ext uri="{FF2B5EF4-FFF2-40B4-BE49-F238E27FC236}">
                      <a16:creationId xmlns:a16="http://schemas.microsoft.com/office/drawing/2014/main" id="{8CDACCED-966A-BF56-3184-5969CCBC2474}"/>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Gray 40">
                  <a:extLst>
                    <a:ext uri="{FF2B5EF4-FFF2-40B4-BE49-F238E27FC236}">
                      <a16:creationId xmlns:a16="http://schemas.microsoft.com/office/drawing/2014/main" id="{12EFD832-DD5B-0987-81F6-A56104F2AF52}"/>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B3B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Gray 30">
                  <a:extLst>
                    <a:ext uri="{FF2B5EF4-FFF2-40B4-BE49-F238E27FC236}">
                      <a16:creationId xmlns:a16="http://schemas.microsoft.com/office/drawing/2014/main" id="{8E2053CF-C8E0-0BC4-BB65-26BBFC6DD4F1}"/>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Gray 20">
                  <a:extLst>
                    <a:ext uri="{FF2B5EF4-FFF2-40B4-BE49-F238E27FC236}">
                      <a16:creationId xmlns:a16="http://schemas.microsoft.com/office/drawing/2014/main" id="{BD407054-F971-3760-A842-4CFDF65346CF}"/>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Red 10">
                  <a:extLst>
                    <a:ext uri="{FF2B5EF4-FFF2-40B4-BE49-F238E27FC236}">
                      <a16:creationId xmlns:a16="http://schemas.microsoft.com/office/drawing/2014/main" id="{84D8A255-35AE-0CC4-5AE0-666CDEF5058D}"/>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 name="Red">
                <a:extLst>
                  <a:ext uri="{FF2B5EF4-FFF2-40B4-BE49-F238E27FC236}">
                    <a16:creationId xmlns:a16="http://schemas.microsoft.com/office/drawing/2014/main" id="{26D74A6E-6D08-CC36-8829-47316498210B}"/>
                  </a:ext>
                </a:extLst>
              </p:cNvPr>
              <p:cNvGrpSpPr/>
              <p:nvPr userDrawn="1"/>
            </p:nvGrpSpPr>
            <p:grpSpPr>
              <a:xfrm>
                <a:off x="12938528" y="414820"/>
                <a:ext cx="186081" cy="2614413"/>
                <a:chOff x="0" y="0"/>
                <a:chExt cx="720000" cy="3600000"/>
              </a:xfrm>
            </p:grpSpPr>
            <p:sp>
              <p:nvSpPr>
                <p:cNvPr id="12" name="Red 100">
                  <a:extLst>
                    <a:ext uri="{FF2B5EF4-FFF2-40B4-BE49-F238E27FC236}">
                      <a16:creationId xmlns:a16="http://schemas.microsoft.com/office/drawing/2014/main" id="{C3C37D9C-ABCF-1968-F22B-FAFC25D7CEE1}"/>
                    </a:ext>
                    <a:ext uri="{C183D7F6-B498-43B3-948B-1728B52AA6E4}">
                      <adec:decorative xmlns:adec="http://schemas.microsoft.com/office/drawing/2017/decorative" val="1"/>
                    </a:ext>
                  </a:extLst>
                </p:cNvPr>
                <p:cNvSpPr/>
                <p:nvPr/>
              </p:nvSpPr>
              <p:spPr>
                <a:xfrm>
                  <a:off x="0" y="3240000"/>
                  <a:ext cx="720000" cy="360000"/>
                </a:xfrm>
                <a:prstGeom prst="rect">
                  <a:avLst/>
                </a:prstGeom>
                <a:solidFill>
                  <a:srgbClr val="3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Red 90">
                  <a:extLst>
                    <a:ext uri="{FF2B5EF4-FFF2-40B4-BE49-F238E27FC236}">
                      <a16:creationId xmlns:a16="http://schemas.microsoft.com/office/drawing/2014/main" id="{D8678246-BE81-A32E-D881-6C921ED3B8B8}"/>
                    </a:ext>
                    <a:ext uri="{C183D7F6-B498-43B3-948B-1728B52AA6E4}">
                      <adec:decorative xmlns:adec="http://schemas.microsoft.com/office/drawing/2017/decorative" val="1"/>
                    </a:ext>
                  </a:extLst>
                </p:cNvPr>
                <p:cNvSpPr/>
                <p:nvPr/>
              </p:nvSpPr>
              <p:spPr>
                <a:xfrm>
                  <a:off x="0" y="2880000"/>
                  <a:ext cx="720000" cy="360000"/>
                </a:xfrm>
                <a:prstGeom prst="rect">
                  <a:avLst/>
                </a:prstGeom>
                <a:solidFill>
                  <a:srgbClr val="6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Red 80">
                  <a:extLst>
                    <a:ext uri="{FF2B5EF4-FFF2-40B4-BE49-F238E27FC236}">
                      <a16:creationId xmlns:a16="http://schemas.microsoft.com/office/drawing/2014/main" id="{C7CE0520-B2F4-2B29-EB89-2EE82A15E03C}"/>
                    </a:ext>
                    <a:ext uri="{C183D7F6-B498-43B3-948B-1728B52AA6E4}">
                      <adec:decorative xmlns:adec="http://schemas.microsoft.com/office/drawing/2017/decorative" val="1"/>
                    </a:ext>
                  </a:extLst>
                </p:cNvPr>
                <p:cNvSpPr/>
                <p:nvPr/>
              </p:nvSpPr>
              <p:spPr>
                <a:xfrm>
                  <a:off x="0" y="2520000"/>
                  <a:ext cx="720000" cy="360000"/>
                </a:xfrm>
                <a:prstGeom prst="rect">
                  <a:avLst/>
                </a:prstGeom>
                <a:solidFill>
                  <a:srgbClr val="9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Red 70">
                  <a:extLst>
                    <a:ext uri="{FF2B5EF4-FFF2-40B4-BE49-F238E27FC236}">
                      <a16:creationId xmlns:a16="http://schemas.microsoft.com/office/drawing/2014/main" id="{BF34C339-F1BD-7E0A-7B9B-36DE5C0F45B5}"/>
                    </a:ext>
                    <a:ext uri="{C183D7F6-B498-43B3-948B-1728B52AA6E4}">
                      <adec:decorative xmlns:adec="http://schemas.microsoft.com/office/drawing/2017/decorative" val="1"/>
                    </a:ext>
                  </a:extLst>
                </p:cNvPr>
                <p:cNvSpPr/>
                <p:nvPr/>
              </p:nvSpPr>
              <p:spPr>
                <a:xfrm>
                  <a:off x="0" y="2160000"/>
                  <a:ext cx="720000" cy="360000"/>
                </a:xfrm>
                <a:prstGeom prst="rect">
                  <a:avLst/>
                </a:prstGeom>
                <a:solidFill>
                  <a:srgbClr val="CC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Red 60">
                  <a:extLst>
                    <a:ext uri="{FF2B5EF4-FFF2-40B4-BE49-F238E27FC236}">
                      <a16:creationId xmlns:a16="http://schemas.microsoft.com/office/drawing/2014/main" id="{927F0128-8E19-832B-A876-44482717E4C7}"/>
                    </a:ext>
                    <a:ext uri="{C183D7F6-B498-43B3-948B-1728B52AA6E4}">
                      <adec:decorative xmlns:adec="http://schemas.microsoft.com/office/drawing/2017/decorative" val="1"/>
                    </a:ext>
                  </a:extLst>
                </p:cNvPr>
                <p:cNvSpPr/>
                <p:nvPr/>
              </p:nvSpPr>
              <p:spPr>
                <a:xfrm>
                  <a:off x="0" y="1800000"/>
                  <a:ext cx="720000" cy="36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Red 50">
                  <a:extLst>
                    <a:ext uri="{FF2B5EF4-FFF2-40B4-BE49-F238E27FC236}">
                      <a16:creationId xmlns:a16="http://schemas.microsoft.com/office/drawing/2014/main" id="{9918CB86-5148-BB58-D3F4-F63D53793A53}"/>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FF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Red 40">
                  <a:extLst>
                    <a:ext uri="{FF2B5EF4-FFF2-40B4-BE49-F238E27FC236}">
                      <a16:creationId xmlns:a16="http://schemas.microsoft.com/office/drawing/2014/main" id="{A438DCB6-EE60-4E3C-5BAB-E201D05DF4E1}"/>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Red 30">
                  <a:extLst>
                    <a:ext uri="{FF2B5EF4-FFF2-40B4-BE49-F238E27FC236}">
                      <a16:creationId xmlns:a16="http://schemas.microsoft.com/office/drawing/2014/main" id="{49B54836-7304-0B0C-C554-4A35A0ABA5A7}"/>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F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Red 20">
                  <a:extLst>
                    <a:ext uri="{FF2B5EF4-FFF2-40B4-BE49-F238E27FC236}">
                      <a16:creationId xmlns:a16="http://schemas.microsoft.com/office/drawing/2014/main" id="{D1B9EA8C-F2AA-AB46-3559-225F3B69904E}"/>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Red 10">
                  <a:extLst>
                    <a:ext uri="{FF2B5EF4-FFF2-40B4-BE49-F238E27FC236}">
                      <a16:creationId xmlns:a16="http://schemas.microsoft.com/office/drawing/2014/main" id="{75569B8B-D32D-4E6C-430F-90395F420C15}"/>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text">
                <a:extLst>
                  <a:ext uri="{FF2B5EF4-FFF2-40B4-BE49-F238E27FC236}">
                    <a16:creationId xmlns:a16="http://schemas.microsoft.com/office/drawing/2014/main" id="{C4E8F678-5367-819F-B878-F017FA3A8585}"/>
                  </a:ext>
                  <a:ext uri="{C183D7F6-B498-43B3-948B-1728B52AA6E4}">
                    <adec:decorative xmlns:adec="http://schemas.microsoft.com/office/drawing/2017/decorative" val="1"/>
                  </a:ext>
                </a:extLst>
              </p:cNvPr>
              <p:cNvSpPr txBox="1"/>
              <p:nvPr userDrawn="1"/>
            </p:nvSpPr>
            <p:spPr>
              <a:xfrm>
                <a:off x="12938528" y="55979"/>
                <a:ext cx="557845" cy="338554"/>
              </a:xfrm>
              <a:prstGeom prst="rect">
                <a:avLst/>
              </a:prstGeom>
              <a:noFill/>
              <a:ln>
                <a:noFill/>
              </a:ln>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プライマリー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pic>
        <p:nvPicPr>
          <p:cNvPr id="49" name="Element Black ">
            <a:extLst>
              <a:ext uri="{FF2B5EF4-FFF2-40B4-BE49-F238E27FC236}">
                <a16:creationId xmlns:a16="http://schemas.microsoft.com/office/drawing/2014/main" id="{12741072-5DBE-5994-54C4-6147DC20D50E}"/>
              </a:ext>
              <a:ext uri="{C183D7F6-B498-43B3-948B-1728B52AA6E4}">
                <adec:decorative xmlns:adec="http://schemas.microsoft.com/office/drawing/2017/decorative" val="1"/>
              </a:ext>
            </a:extLst>
          </p:cNvPr>
          <p:cNvPicPr>
            <a:picLocks noChangeAspect="1"/>
          </p:cNvPicPr>
          <p:nvPr userDrawn="1"/>
        </p:nvPicPr>
        <p:blipFill>
          <a:blip r:embed="rId2"/>
          <a:srcRect l="3151" t="1939" b="2293"/>
          <a:stretch>
            <a:fillRect/>
          </a:stretch>
        </p:blipFill>
        <p:spPr>
          <a:xfrm>
            <a:off x="9228138" y="0"/>
            <a:ext cx="2976515" cy="6858000"/>
          </a:xfrm>
          <a:prstGeom prst="rect">
            <a:avLst/>
          </a:prstGeom>
        </p:spPr>
      </p:pic>
      <p:sp>
        <p:nvSpPr>
          <p:cNvPr id="139" name="Contents Text">
            <a:extLst>
              <a:ext uri="{FF2B5EF4-FFF2-40B4-BE49-F238E27FC236}">
                <a16:creationId xmlns:a16="http://schemas.microsoft.com/office/drawing/2014/main" id="{EA1EC77A-9B42-811D-78B3-740D62C93805}"/>
              </a:ext>
            </a:extLst>
          </p:cNvPr>
          <p:cNvSpPr>
            <a:spLocks noGrp="1"/>
          </p:cNvSpPr>
          <p:nvPr>
            <p:ph type="body" sz="quarter" idx="11"/>
          </p:nvPr>
        </p:nvSpPr>
        <p:spPr>
          <a:xfrm>
            <a:off x="480000" y="5373000"/>
            <a:ext cx="8316000" cy="828000"/>
          </a:xfrm>
          <a:prstGeom prst="rect">
            <a:avLst/>
          </a:prstGeom>
        </p:spPr>
        <p:txBody>
          <a:bodyPr lIns="0" tIns="0" rIns="0" bIns="0">
            <a:normAutofit/>
          </a:bodyPr>
          <a:lstStyle>
            <a:lvl1pPr marL="0" indent="0">
              <a:buFontTx/>
              <a:buNone/>
              <a:defRPr sz="1200" baseline="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dirty="0"/>
              <a:t>マスター テキストの書式設定</a:t>
            </a:r>
          </a:p>
        </p:txBody>
      </p:sp>
      <p:sp>
        <p:nvSpPr>
          <p:cNvPr id="4" name="Date">
            <a:extLst>
              <a:ext uri="{FF2B5EF4-FFF2-40B4-BE49-F238E27FC236}">
                <a16:creationId xmlns:a16="http://schemas.microsoft.com/office/drawing/2014/main" id="{5986C75D-8510-2CF7-AC30-AD2340BB067B}"/>
              </a:ext>
            </a:extLst>
          </p:cNvPr>
          <p:cNvSpPr>
            <a:spLocks noGrp="1"/>
          </p:cNvSpPr>
          <p:nvPr>
            <p:ph type="dt" sz="half" idx="10"/>
          </p:nvPr>
        </p:nvSpPr>
        <p:spPr>
          <a:xfrm>
            <a:off x="480000" y="5085000"/>
            <a:ext cx="856004" cy="202235"/>
          </a:xfrm>
        </p:spPr>
        <p:txBody>
          <a:bodyPr wrap="none">
            <a:spAutoFit/>
          </a:bodyPr>
          <a:lstStyle>
            <a:lvl1pPr>
              <a:lnSpc>
                <a:spcPct val="130000"/>
              </a:lnSpc>
              <a:defRPr sz="1200">
                <a:solidFill>
                  <a:srgbClr val="000000"/>
                </a:solidFill>
              </a:defRPr>
            </a:lvl1pPr>
          </a:lstStyle>
          <a:p>
            <a:fld id="{A78C6EF9-D51E-4A8E-92CE-4358FDB7B482}" type="datetime1">
              <a:rPr lang="ja-JP" altLang="en-US" smtClean="0"/>
              <a:t>2026/3/31</a:t>
            </a:fld>
            <a:endParaRPr lang="ja-JP" altLang="en-US" dirty="0"/>
          </a:p>
        </p:txBody>
      </p:sp>
      <p:sp>
        <p:nvSpPr>
          <p:cNvPr id="3" name="Subtitle">
            <a:extLst>
              <a:ext uri="{FF2B5EF4-FFF2-40B4-BE49-F238E27FC236}">
                <a16:creationId xmlns:a16="http://schemas.microsoft.com/office/drawing/2014/main" id="{490A1082-8929-5BEC-2216-820E87579ED3}"/>
              </a:ext>
            </a:extLst>
          </p:cNvPr>
          <p:cNvSpPr>
            <a:spLocks noGrp="1"/>
          </p:cNvSpPr>
          <p:nvPr>
            <p:ph type="subTitle" idx="1"/>
          </p:nvPr>
        </p:nvSpPr>
        <p:spPr>
          <a:xfrm>
            <a:off x="480000" y="3537000"/>
            <a:ext cx="8316000" cy="1116000"/>
          </a:xfrm>
        </p:spPr>
        <p:txBody>
          <a:bodyPr>
            <a:normAutofit/>
          </a:bodyPr>
          <a:lstStyle>
            <a:lvl1pPr marL="0" indent="0" algn="l">
              <a:spcBef>
                <a:spcPts val="0"/>
              </a:spcBef>
              <a:buNone/>
              <a:defRPr sz="2000" b="1" baseline="0">
                <a:solidFill>
                  <a:srgbClr val="000000"/>
                </a:solidFill>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sp>
        <p:nvSpPr>
          <p:cNvPr id="2" name="Title">
            <a:extLst>
              <a:ext uri="{FF2B5EF4-FFF2-40B4-BE49-F238E27FC236}">
                <a16:creationId xmlns:a16="http://schemas.microsoft.com/office/drawing/2014/main" id="{DA92A36F-6714-D306-A629-56E8ABACD3D7}"/>
              </a:ext>
            </a:extLst>
          </p:cNvPr>
          <p:cNvSpPr>
            <a:spLocks noGrp="1"/>
          </p:cNvSpPr>
          <p:nvPr>
            <p:ph type="ctrTitle"/>
          </p:nvPr>
        </p:nvSpPr>
        <p:spPr>
          <a:xfrm>
            <a:off x="480000" y="1989000"/>
            <a:ext cx="8316000" cy="1116000"/>
          </a:xfrm>
          <a:ln>
            <a:noFill/>
          </a:ln>
        </p:spPr>
        <p:txBody>
          <a:bodyPr anchor="b">
            <a:normAutofit/>
          </a:bodyPr>
          <a:lstStyle>
            <a:lvl1pPr algn="l">
              <a:defRPr sz="2800">
                <a:solidFill>
                  <a:srgbClr val="000000"/>
                </a:solidFill>
              </a:defRPr>
            </a:lvl1pPr>
          </a:lstStyle>
          <a:p>
            <a:r>
              <a:rPr kumimoji="1" lang="ja-JP" altLang="en-US" dirty="0"/>
              <a:t>マスター タイトルの書式設定</a:t>
            </a:r>
          </a:p>
        </p:txBody>
      </p:sp>
      <p:sp>
        <p:nvSpPr>
          <p:cNvPr id="50" name="Confidentiality Level">
            <a:extLst>
              <a:ext uri="{FF2B5EF4-FFF2-40B4-BE49-F238E27FC236}">
                <a16:creationId xmlns:a16="http://schemas.microsoft.com/office/drawing/2014/main" id="{FF22AF54-0FB8-2F1F-6997-9B7C065984C2}"/>
              </a:ext>
            </a:extLst>
          </p:cNvPr>
          <p:cNvSpPr/>
          <p:nvPr userDrawn="1"/>
        </p:nvSpPr>
        <p:spPr>
          <a:xfrm>
            <a:off x="8079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grpSp>
        <p:nvGrpSpPr>
          <p:cNvPr id="95" name="ME Logo">
            <a:extLst>
              <a:ext uri="{FF2B5EF4-FFF2-40B4-BE49-F238E27FC236}">
                <a16:creationId xmlns:a16="http://schemas.microsoft.com/office/drawing/2014/main" id="{BE24470B-44C8-B851-A467-E02D2F7B8A7D}"/>
              </a:ext>
              <a:ext uri="{C183D7F6-B498-43B3-948B-1728B52AA6E4}">
                <adec:decorative xmlns:adec="http://schemas.microsoft.com/office/drawing/2017/decorative" val="1"/>
              </a:ext>
            </a:extLst>
          </p:cNvPr>
          <p:cNvGrpSpPr>
            <a:grpSpLocks/>
          </p:cNvGrpSpPr>
          <p:nvPr userDrawn="1"/>
        </p:nvGrpSpPr>
        <p:grpSpPr>
          <a:xfrm>
            <a:off x="478800" y="442800"/>
            <a:ext cx="1558800" cy="650426"/>
            <a:chOff x="406983" y="409517"/>
            <a:chExt cx="1558800" cy="650426"/>
          </a:xfrm>
        </p:grpSpPr>
        <p:grpSp>
          <p:nvGrpSpPr>
            <p:cNvPr id="96" name="Group 1">
              <a:extLst>
                <a:ext uri="{FF2B5EF4-FFF2-40B4-BE49-F238E27FC236}">
                  <a16:creationId xmlns:a16="http://schemas.microsoft.com/office/drawing/2014/main" id="{75441183-4D2C-C414-9724-F4F99166277B}"/>
                </a:ext>
              </a:extLst>
            </p:cNvPr>
            <p:cNvGrpSpPr>
              <a:grpSpLocks/>
            </p:cNvGrpSpPr>
            <p:nvPr userDrawn="1"/>
          </p:nvGrpSpPr>
          <p:grpSpPr>
            <a:xfrm>
              <a:off x="408118" y="919357"/>
              <a:ext cx="1557665" cy="140586"/>
              <a:chOff x="6732779" y="465257"/>
              <a:chExt cx="1032458" cy="93184"/>
            </a:xfrm>
          </p:grpSpPr>
          <p:sp>
            <p:nvSpPr>
              <p:cNvPr id="120" name="Freeform: Shape 1">
                <a:extLst>
                  <a:ext uri="{FF2B5EF4-FFF2-40B4-BE49-F238E27FC236}">
                    <a16:creationId xmlns:a16="http://schemas.microsoft.com/office/drawing/2014/main" id="{800F20F3-E366-963E-AC6F-00C91306C1EE}"/>
                  </a:ext>
                </a:extLst>
              </p:cNvPr>
              <p:cNvSpPr>
                <a:spLocks/>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pPr algn="ctr"/>
                <a:endParaRPr lang="ja-JP" altLang="en-US"/>
              </a:p>
            </p:txBody>
          </p:sp>
          <p:sp>
            <p:nvSpPr>
              <p:cNvPr id="121" name="Freeform: Shape 2">
                <a:extLst>
                  <a:ext uri="{FF2B5EF4-FFF2-40B4-BE49-F238E27FC236}">
                    <a16:creationId xmlns:a16="http://schemas.microsoft.com/office/drawing/2014/main" id="{4D114499-22FC-647D-4F5D-ABEE94C51323}"/>
                  </a:ext>
                </a:extLst>
              </p:cNvPr>
              <p:cNvSpPr>
                <a:spLocks/>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pPr algn="ctr"/>
                <a:endParaRPr lang="ja-JP" altLang="en-US"/>
              </a:p>
            </p:txBody>
          </p:sp>
          <p:sp>
            <p:nvSpPr>
              <p:cNvPr id="122" name="Freeform: Shape 3">
                <a:extLst>
                  <a:ext uri="{FF2B5EF4-FFF2-40B4-BE49-F238E27FC236}">
                    <a16:creationId xmlns:a16="http://schemas.microsoft.com/office/drawing/2014/main" id="{72CBC424-9FBB-36F4-A0B5-773F991E8122}"/>
                  </a:ext>
                </a:extLst>
              </p:cNvPr>
              <p:cNvSpPr>
                <a:spLocks/>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pPr algn="ctr"/>
                <a:endParaRPr lang="ja-JP" altLang="en-US"/>
              </a:p>
            </p:txBody>
          </p:sp>
          <p:sp>
            <p:nvSpPr>
              <p:cNvPr id="123" name="Freeform: Shape 4">
                <a:extLst>
                  <a:ext uri="{FF2B5EF4-FFF2-40B4-BE49-F238E27FC236}">
                    <a16:creationId xmlns:a16="http://schemas.microsoft.com/office/drawing/2014/main" id="{D6029225-DA9E-9D11-7953-9D7B82AD5EAD}"/>
                  </a:ext>
                </a:extLst>
              </p:cNvPr>
              <p:cNvSpPr>
                <a:spLocks/>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pPr algn="ctr"/>
                <a:endParaRPr lang="ja-JP" altLang="en-US"/>
              </a:p>
            </p:txBody>
          </p:sp>
          <p:sp>
            <p:nvSpPr>
              <p:cNvPr id="124" name="Freeform: Shape 5">
                <a:extLst>
                  <a:ext uri="{FF2B5EF4-FFF2-40B4-BE49-F238E27FC236}">
                    <a16:creationId xmlns:a16="http://schemas.microsoft.com/office/drawing/2014/main" id="{F7AC9F79-6ABE-3148-9A37-543402091AF0}"/>
                  </a:ext>
                </a:extLst>
              </p:cNvPr>
              <p:cNvSpPr>
                <a:spLocks/>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pPr algn="ctr"/>
                <a:endParaRPr lang="ja-JP" altLang="en-US"/>
              </a:p>
            </p:txBody>
          </p:sp>
          <p:sp>
            <p:nvSpPr>
              <p:cNvPr id="125" name="Freeform: Shape 6">
                <a:extLst>
                  <a:ext uri="{FF2B5EF4-FFF2-40B4-BE49-F238E27FC236}">
                    <a16:creationId xmlns:a16="http://schemas.microsoft.com/office/drawing/2014/main" id="{87664093-F78E-CC78-42BA-756F9521CA03}"/>
                  </a:ext>
                </a:extLst>
              </p:cNvPr>
              <p:cNvSpPr>
                <a:spLocks/>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pPr algn="ctr"/>
                <a:endParaRPr lang="ja-JP" altLang="en-US"/>
              </a:p>
            </p:txBody>
          </p:sp>
          <p:sp>
            <p:nvSpPr>
              <p:cNvPr id="126" name="Freeform: Shape 7">
                <a:extLst>
                  <a:ext uri="{FF2B5EF4-FFF2-40B4-BE49-F238E27FC236}">
                    <a16:creationId xmlns:a16="http://schemas.microsoft.com/office/drawing/2014/main" id="{4E10D333-8EE8-354E-4216-4E09D93ACAC9}"/>
                  </a:ext>
                </a:extLst>
              </p:cNvPr>
              <p:cNvSpPr>
                <a:spLocks/>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pPr algn="ctr"/>
                <a:endParaRPr lang="ja-JP" altLang="en-US"/>
              </a:p>
            </p:txBody>
          </p:sp>
          <p:sp>
            <p:nvSpPr>
              <p:cNvPr id="127" name="Freeform: Shape 8">
                <a:extLst>
                  <a:ext uri="{FF2B5EF4-FFF2-40B4-BE49-F238E27FC236}">
                    <a16:creationId xmlns:a16="http://schemas.microsoft.com/office/drawing/2014/main" id="{68ED209A-BFD8-880E-8F45-4C897ECE07BA}"/>
                  </a:ext>
                </a:extLst>
              </p:cNvPr>
              <p:cNvSpPr>
                <a:spLocks/>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pPr algn="ctr"/>
                <a:endParaRPr lang="ja-JP" altLang="en-US"/>
              </a:p>
            </p:txBody>
          </p:sp>
          <p:sp>
            <p:nvSpPr>
              <p:cNvPr id="128" name="Freeform: Shape 9">
                <a:extLst>
                  <a:ext uri="{FF2B5EF4-FFF2-40B4-BE49-F238E27FC236}">
                    <a16:creationId xmlns:a16="http://schemas.microsoft.com/office/drawing/2014/main" id="{9BA533F9-D5D1-8A44-6ACF-FAF55A7BB4E4}"/>
                  </a:ext>
                </a:extLst>
              </p:cNvPr>
              <p:cNvSpPr>
                <a:spLocks/>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pPr algn="ctr"/>
                <a:endParaRPr lang="ja-JP" altLang="en-US"/>
              </a:p>
            </p:txBody>
          </p:sp>
          <p:sp>
            <p:nvSpPr>
              <p:cNvPr id="129" name="Freeform: Shape 10">
                <a:extLst>
                  <a:ext uri="{FF2B5EF4-FFF2-40B4-BE49-F238E27FC236}">
                    <a16:creationId xmlns:a16="http://schemas.microsoft.com/office/drawing/2014/main" id="{2452E5BA-BAB6-B211-AA69-E4FF8844BA8C}"/>
                  </a:ext>
                </a:extLst>
              </p:cNvPr>
              <p:cNvSpPr>
                <a:spLocks/>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pPr algn="ctr"/>
                <a:endParaRPr lang="ja-JP" altLang="en-US"/>
              </a:p>
            </p:txBody>
          </p:sp>
          <p:sp>
            <p:nvSpPr>
              <p:cNvPr id="130" name="Freeform: Shape 11">
                <a:extLst>
                  <a:ext uri="{FF2B5EF4-FFF2-40B4-BE49-F238E27FC236}">
                    <a16:creationId xmlns:a16="http://schemas.microsoft.com/office/drawing/2014/main" id="{04210159-A4FC-B482-19C0-B1E55FCA0062}"/>
                  </a:ext>
                </a:extLst>
              </p:cNvPr>
              <p:cNvSpPr>
                <a:spLocks/>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pPr algn="ctr"/>
                <a:endParaRPr lang="ja-JP" altLang="en-US"/>
              </a:p>
            </p:txBody>
          </p:sp>
          <p:sp>
            <p:nvSpPr>
              <p:cNvPr id="131" name="Freeform: Shape 12">
                <a:extLst>
                  <a:ext uri="{FF2B5EF4-FFF2-40B4-BE49-F238E27FC236}">
                    <a16:creationId xmlns:a16="http://schemas.microsoft.com/office/drawing/2014/main" id="{24024B0B-0CD4-B55B-07AA-38029EA21359}"/>
                  </a:ext>
                </a:extLst>
              </p:cNvPr>
              <p:cNvSpPr>
                <a:spLocks/>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pPr algn="ctr"/>
                <a:endParaRPr lang="ja-JP" altLang="en-US"/>
              </a:p>
            </p:txBody>
          </p:sp>
          <p:sp>
            <p:nvSpPr>
              <p:cNvPr id="132" name="Freeform: Shape 13">
                <a:extLst>
                  <a:ext uri="{FF2B5EF4-FFF2-40B4-BE49-F238E27FC236}">
                    <a16:creationId xmlns:a16="http://schemas.microsoft.com/office/drawing/2014/main" id="{A8D6A8FE-849C-6236-D2DE-5FF4E3E6EBA5}"/>
                  </a:ext>
                </a:extLst>
              </p:cNvPr>
              <p:cNvSpPr>
                <a:spLocks/>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pPr algn="ctr"/>
                <a:endParaRPr lang="ja-JP" altLang="en-US"/>
              </a:p>
            </p:txBody>
          </p:sp>
          <p:sp>
            <p:nvSpPr>
              <p:cNvPr id="133" name="Freeform: Shape 14">
                <a:extLst>
                  <a:ext uri="{FF2B5EF4-FFF2-40B4-BE49-F238E27FC236}">
                    <a16:creationId xmlns:a16="http://schemas.microsoft.com/office/drawing/2014/main" id="{6484C386-0B02-D77D-C7EA-B2732B9DDCE1}"/>
                  </a:ext>
                </a:extLst>
              </p:cNvPr>
              <p:cNvSpPr>
                <a:spLocks/>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pPr algn="ctr"/>
                <a:endParaRPr lang="ja-JP" altLang="en-US"/>
              </a:p>
            </p:txBody>
          </p:sp>
          <p:sp>
            <p:nvSpPr>
              <p:cNvPr id="134" name="Freeform: Shape 15">
                <a:extLst>
                  <a:ext uri="{FF2B5EF4-FFF2-40B4-BE49-F238E27FC236}">
                    <a16:creationId xmlns:a16="http://schemas.microsoft.com/office/drawing/2014/main" id="{581FD682-B1C3-F6A8-57AA-B8EF52AA8F2B}"/>
                  </a:ext>
                </a:extLst>
              </p:cNvPr>
              <p:cNvSpPr>
                <a:spLocks/>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pPr algn="ctr"/>
                <a:endParaRPr lang="ja-JP" altLang="en-US"/>
              </a:p>
            </p:txBody>
          </p:sp>
          <p:sp>
            <p:nvSpPr>
              <p:cNvPr id="135" name="Freeform: Shape 16">
                <a:extLst>
                  <a:ext uri="{FF2B5EF4-FFF2-40B4-BE49-F238E27FC236}">
                    <a16:creationId xmlns:a16="http://schemas.microsoft.com/office/drawing/2014/main" id="{17C2FCA2-36B0-D13E-1D7D-0FBC9C516533}"/>
                  </a:ext>
                </a:extLst>
              </p:cNvPr>
              <p:cNvSpPr>
                <a:spLocks/>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pPr algn="ctr"/>
                <a:endParaRPr lang="ja-JP" altLang="en-US"/>
              </a:p>
            </p:txBody>
          </p:sp>
          <p:sp>
            <p:nvSpPr>
              <p:cNvPr id="136" name="Freeform: Shape 17">
                <a:extLst>
                  <a:ext uri="{FF2B5EF4-FFF2-40B4-BE49-F238E27FC236}">
                    <a16:creationId xmlns:a16="http://schemas.microsoft.com/office/drawing/2014/main" id="{D2D69B25-7E65-2A82-78E3-5DBAC287FB32}"/>
                  </a:ext>
                </a:extLst>
              </p:cNvPr>
              <p:cNvSpPr>
                <a:spLocks/>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pPr algn="ctr"/>
                <a:endParaRPr lang="ja-JP" altLang="en-US"/>
              </a:p>
            </p:txBody>
          </p:sp>
          <p:sp>
            <p:nvSpPr>
              <p:cNvPr id="137" name="Freeform: Shape 18">
                <a:extLst>
                  <a:ext uri="{FF2B5EF4-FFF2-40B4-BE49-F238E27FC236}">
                    <a16:creationId xmlns:a16="http://schemas.microsoft.com/office/drawing/2014/main" id="{3142F724-B0ED-1C6C-9C6B-0D2411FE73D7}"/>
                  </a:ext>
                </a:extLst>
              </p:cNvPr>
              <p:cNvSpPr>
                <a:spLocks/>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pPr algn="ctr"/>
                <a:endParaRPr lang="ja-JP" altLang="en-US"/>
              </a:p>
            </p:txBody>
          </p:sp>
          <p:sp>
            <p:nvSpPr>
              <p:cNvPr id="138" name="Freeform: Shape 19">
                <a:extLst>
                  <a:ext uri="{FF2B5EF4-FFF2-40B4-BE49-F238E27FC236}">
                    <a16:creationId xmlns:a16="http://schemas.microsoft.com/office/drawing/2014/main" id="{EF666E83-1434-E52A-5DEA-556CB2D6B78D}"/>
                  </a:ext>
                </a:extLst>
              </p:cNvPr>
              <p:cNvSpPr>
                <a:spLocks/>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pPr algn="ctr"/>
                <a:endParaRPr lang="ja-JP" altLang="en-US"/>
              </a:p>
            </p:txBody>
          </p:sp>
        </p:grpSp>
        <p:grpSp>
          <p:nvGrpSpPr>
            <p:cNvPr id="97" name="Group 2">
              <a:extLst>
                <a:ext uri="{FF2B5EF4-FFF2-40B4-BE49-F238E27FC236}">
                  <a16:creationId xmlns:a16="http://schemas.microsoft.com/office/drawing/2014/main" id="{00A56822-B949-B98E-18B8-FB1FF96FC97C}"/>
                </a:ext>
              </a:extLst>
            </p:cNvPr>
            <p:cNvGrpSpPr>
              <a:grpSpLocks/>
            </p:cNvGrpSpPr>
            <p:nvPr userDrawn="1"/>
          </p:nvGrpSpPr>
          <p:grpSpPr>
            <a:xfrm>
              <a:off x="406983" y="409517"/>
              <a:ext cx="521158" cy="451341"/>
              <a:chOff x="6732027" y="127323"/>
              <a:chExt cx="345436" cy="299160"/>
            </a:xfrm>
          </p:grpSpPr>
          <p:sp>
            <p:nvSpPr>
              <p:cNvPr id="117" name="Freeform: Shape 1">
                <a:extLst>
                  <a:ext uri="{FF2B5EF4-FFF2-40B4-BE49-F238E27FC236}">
                    <a16:creationId xmlns:a16="http://schemas.microsoft.com/office/drawing/2014/main" id="{AFED4FAE-956C-0818-3F34-EFD9A4E4E7F2}"/>
                  </a:ext>
                </a:extLst>
              </p:cNvPr>
              <p:cNvSpPr>
                <a:spLocks/>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pPr algn="ctr"/>
                <a:endParaRPr lang="ja-JP" altLang="en-US"/>
              </a:p>
            </p:txBody>
          </p:sp>
          <p:sp>
            <p:nvSpPr>
              <p:cNvPr id="118" name="Freeform: Shape 2">
                <a:extLst>
                  <a:ext uri="{FF2B5EF4-FFF2-40B4-BE49-F238E27FC236}">
                    <a16:creationId xmlns:a16="http://schemas.microsoft.com/office/drawing/2014/main" id="{CBC73384-B38B-AD27-BE13-2E2CEC43DA5E}"/>
                  </a:ext>
                </a:extLst>
              </p:cNvPr>
              <p:cNvSpPr>
                <a:spLocks/>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pPr algn="ctr"/>
                <a:endParaRPr lang="ja-JP" altLang="en-US"/>
              </a:p>
            </p:txBody>
          </p:sp>
          <p:sp>
            <p:nvSpPr>
              <p:cNvPr id="119" name="Freeform: Shape 3">
                <a:extLst>
                  <a:ext uri="{FF2B5EF4-FFF2-40B4-BE49-F238E27FC236}">
                    <a16:creationId xmlns:a16="http://schemas.microsoft.com/office/drawing/2014/main" id="{C9665C0D-ABB3-5F87-D044-93546AA7120D}"/>
                  </a:ext>
                </a:extLst>
              </p:cNvPr>
              <p:cNvSpPr>
                <a:spLocks/>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pPr algn="ctr"/>
                <a:endParaRPr lang="ja-JP" altLang="en-US"/>
              </a:p>
            </p:txBody>
          </p:sp>
        </p:grpSp>
        <p:grpSp>
          <p:nvGrpSpPr>
            <p:cNvPr id="98" name="Group 3">
              <a:extLst>
                <a:ext uri="{FF2B5EF4-FFF2-40B4-BE49-F238E27FC236}">
                  <a16:creationId xmlns:a16="http://schemas.microsoft.com/office/drawing/2014/main" id="{51A86744-F6AC-DC47-0E1A-F7BCF258825C}"/>
                </a:ext>
              </a:extLst>
            </p:cNvPr>
            <p:cNvGrpSpPr>
              <a:grpSpLocks/>
            </p:cNvGrpSpPr>
            <p:nvPr userDrawn="1"/>
          </p:nvGrpSpPr>
          <p:grpSpPr>
            <a:xfrm>
              <a:off x="976640" y="541053"/>
              <a:ext cx="987407" cy="322917"/>
              <a:chOff x="7109609" y="214508"/>
              <a:chExt cx="654477" cy="214037"/>
            </a:xfrm>
          </p:grpSpPr>
          <p:sp>
            <p:nvSpPr>
              <p:cNvPr id="99" name="Freeform: Shape 1">
                <a:extLst>
                  <a:ext uri="{FF2B5EF4-FFF2-40B4-BE49-F238E27FC236}">
                    <a16:creationId xmlns:a16="http://schemas.microsoft.com/office/drawing/2014/main" id="{798D5AA2-6B36-78BE-E095-722E53BA42D2}"/>
                  </a:ext>
                </a:extLst>
              </p:cNvPr>
              <p:cNvSpPr>
                <a:spLocks/>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pPr algn="ctr"/>
                <a:endParaRPr lang="ja-JP" altLang="en-US"/>
              </a:p>
            </p:txBody>
          </p:sp>
          <p:sp>
            <p:nvSpPr>
              <p:cNvPr id="100" name="Freeform: Shape 2">
                <a:extLst>
                  <a:ext uri="{FF2B5EF4-FFF2-40B4-BE49-F238E27FC236}">
                    <a16:creationId xmlns:a16="http://schemas.microsoft.com/office/drawing/2014/main" id="{DE181440-029C-1413-E615-BD6945406AD6}"/>
                  </a:ext>
                </a:extLst>
              </p:cNvPr>
              <p:cNvSpPr>
                <a:spLocks/>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101" name="Freeform: Shape 3">
                <a:extLst>
                  <a:ext uri="{FF2B5EF4-FFF2-40B4-BE49-F238E27FC236}">
                    <a16:creationId xmlns:a16="http://schemas.microsoft.com/office/drawing/2014/main" id="{B4586295-02B6-3B7D-ADBE-2DF12ED213B3}"/>
                  </a:ext>
                </a:extLst>
              </p:cNvPr>
              <p:cNvSpPr>
                <a:spLocks/>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algn="ctr"/>
                <a:endParaRPr lang="ja-JP" altLang="en-US"/>
              </a:p>
            </p:txBody>
          </p:sp>
          <p:sp>
            <p:nvSpPr>
              <p:cNvPr id="102" name="Freeform: Shape 4">
                <a:extLst>
                  <a:ext uri="{FF2B5EF4-FFF2-40B4-BE49-F238E27FC236}">
                    <a16:creationId xmlns:a16="http://schemas.microsoft.com/office/drawing/2014/main" id="{CC039010-135B-8CB3-4406-82DB0F2C552C}"/>
                  </a:ext>
                </a:extLst>
              </p:cNvPr>
              <p:cNvSpPr>
                <a:spLocks/>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pPr algn="ctr"/>
                <a:endParaRPr lang="ja-JP" altLang="en-US"/>
              </a:p>
            </p:txBody>
          </p:sp>
          <p:sp>
            <p:nvSpPr>
              <p:cNvPr id="103" name="Freeform: Shape 5">
                <a:extLst>
                  <a:ext uri="{FF2B5EF4-FFF2-40B4-BE49-F238E27FC236}">
                    <a16:creationId xmlns:a16="http://schemas.microsoft.com/office/drawing/2014/main" id="{36EEF2CC-29FE-7B36-AE9D-7A102EA77E4C}"/>
                  </a:ext>
                </a:extLst>
              </p:cNvPr>
              <p:cNvSpPr>
                <a:spLocks/>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pPr algn="ctr"/>
                <a:endParaRPr lang="ja-JP" altLang="en-US"/>
              </a:p>
            </p:txBody>
          </p:sp>
          <p:sp>
            <p:nvSpPr>
              <p:cNvPr id="104" name="Freeform: Shape 6">
                <a:extLst>
                  <a:ext uri="{FF2B5EF4-FFF2-40B4-BE49-F238E27FC236}">
                    <a16:creationId xmlns:a16="http://schemas.microsoft.com/office/drawing/2014/main" id="{71E5037B-F323-FF28-5673-692930DF3B21}"/>
                  </a:ext>
                </a:extLst>
              </p:cNvPr>
              <p:cNvSpPr>
                <a:spLocks/>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pPr algn="ctr"/>
                <a:endParaRPr lang="ja-JP" altLang="en-US"/>
              </a:p>
            </p:txBody>
          </p:sp>
          <p:sp>
            <p:nvSpPr>
              <p:cNvPr id="105" name="Freeform: Shape 7">
                <a:extLst>
                  <a:ext uri="{FF2B5EF4-FFF2-40B4-BE49-F238E27FC236}">
                    <a16:creationId xmlns:a16="http://schemas.microsoft.com/office/drawing/2014/main" id="{38116D17-1955-C73B-E897-82C752D631DA}"/>
                  </a:ext>
                </a:extLst>
              </p:cNvPr>
              <p:cNvSpPr>
                <a:spLocks/>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106" name="Freeform: Shape 8">
                <a:extLst>
                  <a:ext uri="{FF2B5EF4-FFF2-40B4-BE49-F238E27FC236}">
                    <a16:creationId xmlns:a16="http://schemas.microsoft.com/office/drawing/2014/main" id="{C5D8BDB8-B086-730F-1749-24332307BA8F}"/>
                  </a:ext>
                </a:extLst>
              </p:cNvPr>
              <p:cNvSpPr>
                <a:spLocks/>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pPr algn="ctr"/>
                <a:endParaRPr lang="ja-JP" altLang="en-US"/>
              </a:p>
            </p:txBody>
          </p:sp>
          <p:sp>
            <p:nvSpPr>
              <p:cNvPr id="107" name="Freeform: Shape 9">
                <a:extLst>
                  <a:ext uri="{FF2B5EF4-FFF2-40B4-BE49-F238E27FC236}">
                    <a16:creationId xmlns:a16="http://schemas.microsoft.com/office/drawing/2014/main" id="{F227259D-9712-176E-9CCF-FAD2BF5E8021}"/>
                  </a:ext>
                </a:extLst>
              </p:cNvPr>
              <p:cNvSpPr>
                <a:spLocks/>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pPr algn="ctr"/>
                <a:endParaRPr lang="ja-JP" altLang="en-US"/>
              </a:p>
            </p:txBody>
          </p:sp>
          <p:sp>
            <p:nvSpPr>
              <p:cNvPr id="108" name="Freeform: Shape 10">
                <a:extLst>
                  <a:ext uri="{FF2B5EF4-FFF2-40B4-BE49-F238E27FC236}">
                    <a16:creationId xmlns:a16="http://schemas.microsoft.com/office/drawing/2014/main" id="{08888F48-D4C7-4602-EA53-ABA3F9C5A251}"/>
                  </a:ext>
                </a:extLst>
              </p:cNvPr>
              <p:cNvSpPr>
                <a:spLocks/>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109" name="Freeform: Shape 11">
                <a:extLst>
                  <a:ext uri="{FF2B5EF4-FFF2-40B4-BE49-F238E27FC236}">
                    <a16:creationId xmlns:a16="http://schemas.microsoft.com/office/drawing/2014/main" id="{18F2CC67-FC10-71EF-6045-D59F74E9C99B}"/>
                  </a:ext>
                </a:extLst>
              </p:cNvPr>
              <p:cNvSpPr>
                <a:spLocks/>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pPr algn="ctr"/>
                <a:endParaRPr lang="ja-JP" altLang="en-US"/>
              </a:p>
            </p:txBody>
          </p:sp>
          <p:sp>
            <p:nvSpPr>
              <p:cNvPr id="110" name="Freeform: Shape 12">
                <a:extLst>
                  <a:ext uri="{FF2B5EF4-FFF2-40B4-BE49-F238E27FC236}">
                    <a16:creationId xmlns:a16="http://schemas.microsoft.com/office/drawing/2014/main" id="{39917D96-0EA6-4757-75DF-18FE95D7B714}"/>
                  </a:ext>
                </a:extLst>
              </p:cNvPr>
              <p:cNvSpPr>
                <a:spLocks/>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pPr algn="ctr"/>
                <a:endParaRPr lang="ja-JP" altLang="en-US"/>
              </a:p>
            </p:txBody>
          </p:sp>
          <p:sp>
            <p:nvSpPr>
              <p:cNvPr id="111" name="Freeform: Shape 13">
                <a:extLst>
                  <a:ext uri="{FF2B5EF4-FFF2-40B4-BE49-F238E27FC236}">
                    <a16:creationId xmlns:a16="http://schemas.microsoft.com/office/drawing/2014/main" id="{B0772644-7A01-E3B6-243E-B720CD204469}"/>
                  </a:ext>
                </a:extLst>
              </p:cNvPr>
              <p:cNvSpPr>
                <a:spLocks/>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pPr algn="ctr"/>
                <a:endParaRPr lang="ja-JP" altLang="en-US"/>
              </a:p>
            </p:txBody>
          </p:sp>
          <p:sp>
            <p:nvSpPr>
              <p:cNvPr id="112" name="Freeform: Shape 14">
                <a:extLst>
                  <a:ext uri="{FF2B5EF4-FFF2-40B4-BE49-F238E27FC236}">
                    <a16:creationId xmlns:a16="http://schemas.microsoft.com/office/drawing/2014/main" id="{2261AACE-0109-8F33-D128-6307639C4159}"/>
                  </a:ext>
                </a:extLst>
              </p:cNvPr>
              <p:cNvSpPr>
                <a:spLocks/>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pPr algn="ctr"/>
                <a:endParaRPr lang="ja-JP" altLang="en-US"/>
              </a:p>
            </p:txBody>
          </p:sp>
          <p:sp>
            <p:nvSpPr>
              <p:cNvPr id="113" name="Freeform: Shape 15">
                <a:extLst>
                  <a:ext uri="{FF2B5EF4-FFF2-40B4-BE49-F238E27FC236}">
                    <a16:creationId xmlns:a16="http://schemas.microsoft.com/office/drawing/2014/main" id="{B8AF2B6C-3F21-BFC9-F490-4D5A1F63F46F}"/>
                  </a:ext>
                </a:extLst>
              </p:cNvPr>
              <p:cNvSpPr>
                <a:spLocks/>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algn="ctr"/>
                <a:endParaRPr lang="ja-JP" altLang="en-US"/>
              </a:p>
            </p:txBody>
          </p:sp>
          <p:sp>
            <p:nvSpPr>
              <p:cNvPr id="114" name="Freeform: Shape 16">
                <a:extLst>
                  <a:ext uri="{FF2B5EF4-FFF2-40B4-BE49-F238E27FC236}">
                    <a16:creationId xmlns:a16="http://schemas.microsoft.com/office/drawing/2014/main" id="{FC998CD9-8A66-0661-5472-65C98EC18626}"/>
                  </a:ext>
                </a:extLst>
              </p:cNvPr>
              <p:cNvSpPr>
                <a:spLocks/>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pPr algn="ctr"/>
                <a:endParaRPr lang="ja-JP" altLang="en-US"/>
              </a:p>
            </p:txBody>
          </p:sp>
          <p:sp>
            <p:nvSpPr>
              <p:cNvPr id="115" name="Freeform: Shape 17">
                <a:extLst>
                  <a:ext uri="{FF2B5EF4-FFF2-40B4-BE49-F238E27FC236}">
                    <a16:creationId xmlns:a16="http://schemas.microsoft.com/office/drawing/2014/main" id="{DB514B52-5DE2-29B6-6A69-0887881134DA}"/>
                  </a:ext>
                </a:extLst>
              </p:cNvPr>
              <p:cNvSpPr>
                <a:spLocks/>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pPr algn="ctr"/>
                <a:endParaRPr lang="ja-JP" altLang="en-US"/>
              </a:p>
            </p:txBody>
          </p:sp>
          <p:sp>
            <p:nvSpPr>
              <p:cNvPr id="116" name="Freeform: Shape 18">
                <a:extLst>
                  <a:ext uri="{FF2B5EF4-FFF2-40B4-BE49-F238E27FC236}">
                    <a16:creationId xmlns:a16="http://schemas.microsoft.com/office/drawing/2014/main" id="{044B59F8-BB42-89C4-C723-BB77BCE289CC}"/>
                  </a:ext>
                </a:extLst>
              </p:cNvPr>
              <p:cNvSpPr>
                <a:spLocks/>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pPr algn="ctr"/>
                <a:endParaRPr lang="ja-JP" altLang="en-US"/>
              </a:p>
            </p:txBody>
          </p:sp>
        </p:grpSp>
      </p:grpSp>
      <p:pic>
        <p:nvPicPr>
          <p:cNvPr id="51" name="図 50">
            <a:extLst>
              <a:ext uri="{FF2B5EF4-FFF2-40B4-BE49-F238E27FC236}">
                <a16:creationId xmlns:a16="http://schemas.microsoft.com/office/drawing/2014/main" id="{DC4421FB-176B-9E65-6F41-514DE8FF175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4701" y="6286765"/>
            <a:ext cx="2238018" cy="258915"/>
          </a:xfrm>
          <a:prstGeom prst="rect">
            <a:avLst/>
          </a:prstGeom>
        </p:spPr>
      </p:pic>
    </p:spTree>
    <p:extLst>
      <p:ext uri="{BB962C8B-B14F-4D97-AF65-F5344CB8AC3E}">
        <p14:creationId xmlns:p14="http://schemas.microsoft.com/office/powerpoint/2010/main" val="407434240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_1">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F004BFFF-D585-3171-912C-B07825EB83E5}"/>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dirty="0"/>
          </a:p>
        </p:txBody>
      </p:sp>
      <p:sp>
        <p:nvSpPr>
          <p:cNvPr id="4" name="Date">
            <a:extLst>
              <a:ext uri="{FF2B5EF4-FFF2-40B4-BE49-F238E27FC236}">
                <a16:creationId xmlns:a16="http://schemas.microsoft.com/office/drawing/2014/main" id="{33153A27-D464-DEFB-5C49-3D37E3C48F14}"/>
              </a:ext>
            </a:extLst>
          </p:cNvPr>
          <p:cNvSpPr>
            <a:spLocks noGrp="1"/>
          </p:cNvSpPr>
          <p:nvPr>
            <p:ph type="dt" sz="half" idx="10"/>
          </p:nvPr>
        </p:nvSpPr>
        <p:spPr/>
        <p:txBody>
          <a:bodyPr/>
          <a:lstStyle/>
          <a:p>
            <a:fld id="{1F48E238-D3E2-4C2A-80C6-DDA9A06B2F34}" type="datetime1">
              <a:rPr kumimoji="1" lang="ja-JP" altLang="en-US" smtClean="0"/>
              <a:t>2026/3/31</a:t>
            </a:fld>
            <a:endParaRPr kumimoji="1" lang="ja-JP" altLang="en-US" dirty="0"/>
          </a:p>
        </p:txBody>
      </p:sp>
      <p:sp>
        <p:nvSpPr>
          <p:cNvPr id="5" name="Footer">
            <a:extLst>
              <a:ext uri="{FF2B5EF4-FFF2-40B4-BE49-F238E27FC236}">
                <a16:creationId xmlns:a16="http://schemas.microsoft.com/office/drawing/2014/main" id="{C627C1F2-8D8C-9718-8949-E931F8DB0F68}"/>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dirty="0"/>
          </a:p>
        </p:txBody>
      </p:sp>
      <p:sp>
        <p:nvSpPr>
          <p:cNvPr id="3" name="Contents Text">
            <a:extLst>
              <a:ext uri="{FF2B5EF4-FFF2-40B4-BE49-F238E27FC236}">
                <a16:creationId xmlns:a16="http://schemas.microsoft.com/office/drawing/2014/main" id="{9CE6E12B-B763-7746-BCB1-8DA0B16F34B3}"/>
              </a:ext>
            </a:extLst>
          </p:cNvPr>
          <p:cNvSpPr>
            <a:spLocks noGrp="1"/>
          </p:cNvSpPr>
          <p:nvPr>
            <p:ph idx="1"/>
          </p:nvPr>
        </p:nvSpPr>
        <p:spPr>
          <a:xfrm>
            <a:off x="480000" y="1438200"/>
            <a:ext cx="11232000" cy="47628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cxnSp>
        <p:nvCxnSpPr>
          <p:cNvPr id="84" name="Line">
            <a:extLst>
              <a:ext uri="{FF2B5EF4-FFF2-40B4-BE49-F238E27FC236}">
                <a16:creationId xmlns:a16="http://schemas.microsoft.com/office/drawing/2014/main" id="{966D34C1-0CC2-CC40-FE1F-030DE1F2A82D}"/>
              </a:ext>
            </a:extLst>
          </p:cNvPr>
          <p:cNvCxnSpPr>
            <a:cxnSpLocks/>
          </p:cNvCxnSpPr>
          <p:nvPr userDrawn="1"/>
        </p:nvCxnSpPr>
        <p:spPr>
          <a:xfrm>
            <a:off x="478800" y="1008000"/>
            <a:ext cx="11232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7" name="Confidentiality Level">
            <a:extLst>
              <a:ext uri="{FF2B5EF4-FFF2-40B4-BE49-F238E27FC236}">
                <a16:creationId xmlns:a16="http://schemas.microsoft.com/office/drawing/2014/main" id="{4B26C757-F29E-B3F3-593B-525F7C081CB8}"/>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77A27C95-16C3-1C84-28E3-B1A12C97E911}"/>
              </a:ext>
            </a:extLst>
          </p:cNvPr>
          <p:cNvSpPr>
            <a:spLocks noGrp="1"/>
          </p:cNvSpPr>
          <p:nvPr>
            <p:ph type="title"/>
          </p:nvPr>
        </p:nvSpPr>
        <p:spPr>
          <a:xfrm>
            <a:off x="480000" y="441000"/>
            <a:ext cx="11232000" cy="565200"/>
          </a:xfrm>
        </p:spPr>
        <p:txBody>
          <a:bodyPr>
            <a:normAutofit/>
          </a:bodyPr>
          <a:lstStyle>
            <a:lvl1pPr>
              <a:defRPr sz="2200"/>
            </a:lvl1pPr>
          </a:lstStyle>
          <a:p>
            <a:r>
              <a:rPr kumimoji="1" lang="ja-JP" altLang="en-US"/>
              <a:t>マスター タイトルの書式設定</a:t>
            </a:r>
          </a:p>
        </p:txBody>
      </p:sp>
    </p:spTree>
    <p:extLst>
      <p:ext uri="{BB962C8B-B14F-4D97-AF65-F5344CB8AC3E}">
        <p14:creationId xmlns:p14="http://schemas.microsoft.com/office/powerpoint/2010/main" val="254078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_2">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4A75A2B5-9449-2C89-E3A1-0C52DAF88FC2}"/>
              </a:ext>
            </a:extLst>
          </p:cNvPr>
          <p:cNvSpPr>
            <a:spLocks noGrp="1"/>
          </p:cNvSpPr>
          <p:nvPr>
            <p:ph type="dt" sz="half" idx="11"/>
          </p:nvPr>
        </p:nvSpPr>
        <p:spPr/>
        <p:txBody>
          <a:bodyPr/>
          <a:lstStyle/>
          <a:p>
            <a:fld id="{3D22755F-F8C8-469F-81ED-D2B2340B3549}" type="datetime1">
              <a:rPr lang="ja-JP" altLang="en-US" smtClean="0"/>
              <a:t>2026/3/31</a:t>
            </a:fld>
            <a:endParaRPr lang="ja-JP" altLang="en-US" dirty="0"/>
          </a:p>
        </p:txBody>
      </p:sp>
      <p:sp>
        <p:nvSpPr>
          <p:cNvPr id="5" name="Footer">
            <a:extLst>
              <a:ext uri="{FF2B5EF4-FFF2-40B4-BE49-F238E27FC236}">
                <a16:creationId xmlns:a16="http://schemas.microsoft.com/office/drawing/2014/main" id="{53455002-876E-831E-1BEA-3B2C4ED8478E}"/>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sp>
        <p:nvSpPr>
          <p:cNvPr id="8" name="Contents Text">
            <a:extLst>
              <a:ext uri="{FF2B5EF4-FFF2-40B4-BE49-F238E27FC236}">
                <a16:creationId xmlns:a16="http://schemas.microsoft.com/office/drawing/2014/main" id="{8570F907-1304-7038-74CD-EC6DAE247030}"/>
              </a:ext>
            </a:extLst>
          </p:cNvPr>
          <p:cNvSpPr>
            <a:spLocks noGrp="1"/>
          </p:cNvSpPr>
          <p:nvPr>
            <p:ph idx="13"/>
          </p:nvPr>
        </p:nvSpPr>
        <p:spPr>
          <a:xfrm>
            <a:off x="480000" y="1989000"/>
            <a:ext cx="11232000" cy="42120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Subtitle">
            <a:extLst>
              <a:ext uri="{FF2B5EF4-FFF2-40B4-BE49-F238E27FC236}">
                <a16:creationId xmlns:a16="http://schemas.microsoft.com/office/drawing/2014/main" id="{74E0C122-C1D9-2397-6613-7C08B65CDE00}"/>
              </a:ext>
            </a:extLst>
          </p:cNvPr>
          <p:cNvSpPr>
            <a:spLocks noGrp="1"/>
          </p:cNvSpPr>
          <p:nvPr>
            <p:ph type="subTitle" idx="1"/>
          </p:nvPr>
        </p:nvSpPr>
        <p:spPr>
          <a:xfrm>
            <a:off x="480000" y="1006200"/>
            <a:ext cx="11232000" cy="550800"/>
          </a:xfrm>
        </p:spPr>
        <p:txBody>
          <a:bodyPr anchor="ctr" anchorCtr="0">
            <a:normAutofit/>
          </a:bodyPr>
          <a:lstStyle>
            <a:lvl1pPr marL="0" indent="0" algn="l">
              <a:spcBef>
                <a:spcPts val="0"/>
              </a:spcBef>
              <a:buNone/>
              <a:defRPr sz="1600" b="1" baseline="0">
                <a:solidFill>
                  <a:srgbClr val="000000"/>
                </a:solidFill>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cxnSp>
        <p:nvCxnSpPr>
          <p:cNvPr id="6" name="Line">
            <a:extLst>
              <a:ext uri="{FF2B5EF4-FFF2-40B4-BE49-F238E27FC236}">
                <a16:creationId xmlns:a16="http://schemas.microsoft.com/office/drawing/2014/main" id="{0D746FEB-732E-ACA0-9665-2A9084541777}"/>
              </a:ext>
            </a:extLst>
          </p:cNvPr>
          <p:cNvCxnSpPr>
            <a:cxnSpLocks/>
          </p:cNvCxnSpPr>
          <p:nvPr userDrawn="1"/>
        </p:nvCxnSpPr>
        <p:spPr>
          <a:xfrm>
            <a:off x="478800" y="1008000"/>
            <a:ext cx="11232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9" name="Confidentiality Level">
            <a:extLst>
              <a:ext uri="{FF2B5EF4-FFF2-40B4-BE49-F238E27FC236}">
                <a16:creationId xmlns:a16="http://schemas.microsoft.com/office/drawing/2014/main" id="{9A07F14B-EFAD-E9BD-B385-C368B6EB8D1A}"/>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C2824B38-22F6-AB7D-411F-F10BD274446A}"/>
              </a:ext>
            </a:extLst>
          </p:cNvPr>
          <p:cNvSpPr>
            <a:spLocks noGrp="1"/>
          </p:cNvSpPr>
          <p:nvPr>
            <p:ph type="title"/>
          </p:nvPr>
        </p:nvSpPr>
        <p:spPr>
          <a:xfrm>
            <a:off x="480000" y="441000"/>
            <a:ext cx="11232000" cy="565200"/>
          </a:xfrm>
        </p:spPr>
        <p:txBody>
          <a:bodyPr/>
          <a:lstStyle/>
          <a:p>
            <a:r>
              <a:rPr kumimoji="1" lang="ja-JP" altLang="en-US" dirty="0"/>
              <a:t>マスター タイトルの書式設定</a:t>
            </a:r>
          </a:p>
        </p:txBody>
      </p:sp>
    </p:spTree>
    <p:extLst>
      <p:ext uri="{BB962C8B-B14F-4D97-AF65-F5344CB8AC3E}">
        <p14:creationId xmlns:p14="http://schemas.microsoft.com/office/powerpoint/2010/main" val="1977994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のみ_1">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4A75A2B5-9449-2C89-E3A1-0C52DAF88FC2}"/>
              </a:ext>
            </a:extLst>
          </p:cNvPr>
          <p:cNvSpPr>
            <a:spLocks noGrp="1"/>
          </p:cNvSpPr>
          <p:nvPr>
            <p:ph type="dt" sz="half" idx="11"/>
          </p:nvPr>
        </p:nvSpPr>
        <p:spPr/>
        <p:txBody>
          <a:bodyPr/>
          <a:lstStyle/>
          <a:p>
            <a:fld id="{A8A26742-3AD7-45F3-83EB-4837A52670B3}" type="datetime1">
              <a:rPr lang="ja-JP" altLang="en-US" smtClean="0"/>
              <a:t>2026/3/31</a:t>
            </a:fld>
            <a:endParaRPr lang="ja-JP" altLang="en-US" dirty="0"/>
          </a:p>
        </p:txBody>
      </p:sp>
      <p:sp>
        <p:nvSpPr>
          <p:cNvPr id="5" name="Footer">
            <a:extLst>
              <a:ext uri="{FF2B5EF4-FFF2-40B4-BE49-F238E27FC236}">
                <a16:creationId xmlns:a16="http://schemas.microsoft.com/office/drawing/2014/main" id="{53455002-876E-831E-1BEA-3B2C4ED8478E}"/>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cxnSp>
        <p:nvCxnSpPr>
          <p:cNvPr id="6" name="Line">
            <a:extLst>
              <a:ext uri="{FF2B5EF4-FFF2-40B4-BE49-F238E27FC236}">
                <a16:creationId xmlns:a16="http://schemas.microsoft.com/office/drawing/2014/main" id="{0D746FEB-732E-ACA0-9665-2A9084541777}"/>
              </a:ext>
            </a:extLst>
          </p:cNvPr>
          <p:cNvCxnSpPr>
            <a:cxnSpLocks/>
          </p:cNvCxnSpPr>
          <p:nvPr userDrawn="1"/>
        </p:nvCxnSpPr>
        <p:spPr>
          <a:xfrm>
            <a:off x="478800" y="1008000"/>
            <a:ext cx="11232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7" name="Confidentiality Level">
            <a:extLst>
              <a:ext uri="{FF2B5EF4-FFF2-40B4-BE49-F238E27FC236}">
                <a16:creationId xmlns:a16="http://schemas.microsoft.com/office/drawing/2014/main" id="{B4D76DA0-D981-179A-FFA8-1DFC337E1A80}"/>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C2824B38-22F6-AB7D-411F-F10BD274446A}"/>
              </a:ext>
            </a:extLst>
          </p:cNvPr>
          <p:cNvSpPr>
            <a:spLocks noGrp="1"/>
          </p:cNvSpPr>
          <p:nvPr>
            <p:ph type="title"/>
          </p:nvPr>
        </p:nvSpPr>
        <p:spPr>
          <a:xfrm>
            <a:off x="480000" y="441000"/>
            <a:ext cx="11232000" cy="565200"/>
          </a:xfrm>
        </p:spPr>
        <p:txBody>
          <a:bodyPr/>
          <a:lstStyle/>
          <a:p>
            <a:r>
              <a:rPr kumimoji="1" lang="ja-JP" altLang="en-US" dirty="0"/>
              <a:t>マスター タイトルの書式設定</a:t>
            </a:r>
          </a:p>
        </p:txBody>
      </p:sp>
    </p:spTree>
    <p:extLst>
      <p:ext uri="{BB962C8B-B14F-4D97-AF65-F5344CB8AC3E}">
        <p14:creationId xmlns:p14="http://schemas.microsoft.com/office/powerpoint/2010/main" val="241310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_2">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4A75A2B5-9449-2C89-E3A1-0C52DAF88FC2}"/>
              </a:ext>
            </a:extLst>
          </p:cNvPr>
          <p:cNvSpPr>
            <a:spLocks noGrp="1"/>
          </p:cNvSpPr>
          <p:nvPr>
            <p:ph type="dt" sz="half" idx="11"/>
          </p:nvPr>
        </p:nvSpPr>
        <p:spPr/>
        <p:txBody>
          <a:bodyPr/>
          <a:lstStyle/>
          <a:p>
            <a:fld id="{B609B0CF-9993-4F01-9BFC-985B5BA744F5}" type="datetime1">
              <a:rPr lang="ja-JP" altLang="en-US" smtClean="0"/>
              <a:t>2026/3/31</a:t>
            </a:fld>
            <a:endParaRPr lang="ja-JP" altLang="en-US" dirty="0"/>
          </a:p>
        </p:txBody>
      </p:sp>
      <p:sp>
        <p:nvSpPr>
          <p:cNvPr id="5" name="Footer">
            <a:extLst>
              <a:ext uri="{FF2B5EF4-FFF2-40B4-BE49-F238E27FC236}">
                <a16:creationId xmlns:a16="http://schemas.microsoft.com/office/drawing/2014/main" id="{53455002-876E-831E-1BEA-3B2C4ED8478E}"/>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sp>
        <p:nvSpPr>
          <p:cNvPr id="7" name="Subtitle">
            <a:extLst>
              <a:ext uri="{FF2B5EF4-FFF2-40B4-BE49-F238E27FC236}">
                <a16:creationId xmlns:a16="http://schemas.microsoft.com/office/drawing/2014/main" id="{74E0C122-C1D9-2397-6613-7C08B65CDE00}"/>
              </a:ext>
            </a:extLst>
          </p:cNvPr>
          <p:cNvSpPr>
            <a:spLocks noGrp="1"/>
          </p:cNvSpPr>
          <p:nvPr>
            <p:ph type="subTitle" idx="1"/>
          </p:nvPr>
        </p:nvSpPr>
        <p:spPr>
          <a:xfrm>
            <a:off x="480000" y="1006200"/>
            <a:ext cx="11232000" cy="550800"/>
          </a:xfrm>
        </p:spPr>
        <p:txBody>
          <a:bodyPr anchor="ctr" anchorCtr="0">
            <a:normAutofit/>
          </a:bodyPr>
          <a:lstStyle>
            <a:lvl1pPr marL="0" indent="0" algn="l">
              <a:spcBef>
                <a:spcPts val="0"/>
              </a:spcBef>
              <a:buNone/>
              <a:defRPr sz="1600" b="1" baseline="0">
                <a:solidFill>
                  <a:srgbClr val="000000"/>
                </a:solidFill>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cxnSp>
        <p:nvCxnSpPr>
          <p:cNvPr id="6" name="Line">
            <a:extLst>
              <a:ext uri="{FF2B5EF4-FFF2-40B4-BE49-F238E27FC236}">
                <a16:creationId xmlns:a16="http://schemas.microsoft.com/office/drawing/2014/main" id="{0D746FEB-732E-ACA0-9665-2A9084541777}"/>
              </a:ext>
            </a:extLst>
          </p:cNvPr>
          <p:cNvCxnSpPr>
            <a:cxnSpLocks/>
          </p:cNvCxnSpPr>
          <p:nvPr userDrawn="1"/>
        </p:nvCxnSpPr>
        <p:spPr>
          <a:xfrm>
            <a:off x="478800" y="1008000"/>
            <a:ext cx="11232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8" name="Confidentiality Level">
            <a:extLst>
              <a:ext uri="{FF2B5EF4-FFF2-40B4-BE49-F238E27FC236}">
                <a16:creationId xmlns:a16="http://schemas.microsoft.com/office/drawing/2014/main" id="{E8B762CE-CE08-63DA-CEFF-63D77E3D36A0}"/>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C2824B38-22F6-AB7D-411F-F10BD274446A}"/>
              </a:ext>
            </a:extLst>
          </p:cNvPr>
          <p:cNvSpPr>
            <a:spLocks noGrp="1"/>
          </p:cNvSpPr>
          <p:nvPr>
            <p:ph type="title"/>
          </p:nvPr>
        </p:nvSpPr>
        <p:spPr>
          <a:xfrm>
            <a:off x="480000" y="441000"/>
            <a:ext cx="11232000" cy="565200"/>
          </a:xfrm>
        </p:spPr>
        <p:txBody>
          <a:bodyPr/>
          <a:lstStyle/>
          <a:p>
            <a:r>
              <a:rPr kumimoji="1" lang="ja-JP" altLang="en-US" dirty="0"/>
              <a:t>マスター タイトルの書式設定</a:t>
            </a:r>
          </a:p>
        </p:txBody>
      </p:sp>
    </p:spTree>
    <p:extLst>
      <p:ext uri="{BB962C8B-B14F-4D97-AF65-F5344CB8AC3E}">
        <p14:creationId xmlns:p14="http://schemas.microsoft.com/office/powerpoint/2010/main" val="3391808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2 つのコンテンツ_1">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A0B58B5E-1A38-0EE3-3D32-539DD835CF31}"/>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5" name="Date">
            <a:extLst>
              <a:ext uri="{FF2B5EF4-FFF2-40B4-BE49-F238E27FC236}">
                <a16:creationId xmlns:a16="http://schemas.microsoft.com/office/drawing/2014/main" id="{8B88D458-D92A-C868-D626-E5DB4FD076F0}"/>
              </a:ext>
            </a:extLst>
          </p:cNvPr>
          <p:cNvSpPr>
            <a:spLocks noGrp="1"/>
          </p:cNvSpPr>
          <p:nvPr>
            <p:ph type="dt" sz="half" idx="10"/>
          </p:nvPr>
        </p:nvSpPr>
        <p:spPr/>
        <p:txBody>
          <a:bodyPr/>
          <a:lstStyle/>
          <a:p>
            <a:fld id="{B938EA1A-D5A6-409E-AE1D-385B14C47589}" type="datetime1">
              <a:rPr kumimoji="1" lang="ja-JP" altLang="en-US" smtClean="0"/>
              <a:t>2026/3/31</a:t>
            </a:fld>
            <a:endParaRPr kumimoji="1" lang="ja-JP" altLang="en-US"/>
          </a:p>
        </p:txBody>
      </p:sp>
      <p:sp>
        <p:nvSpPr>
          <p:cNvPr id="6" name="Footer">
            <a:extLst>
              <a:ext uri="{FF2B5EF4-FFF2-40B4-BE49-F238E27FC236}">
                <a16:creationId xmlns:a16="http://schemas.microsoft.com/office/drawing/2014/main" id="{DAF6FC01-D8A9-567D-71D3-220C311F02FF}"/>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dirty="0"/>
          </a:p>
        </p:txBody>
      </p:sp>
      <p:sp>
        <p:nvSpPr>
          <p:cNvPr id="4" name="Contents Text">
            <a:extLst>
              <a:ext uri="{FF2B5EF4-FFF2-40B4-BE49-F238E27FC236}">
                <a16:creationId xmlns:a16="http://schemas.microsoft.com/office/drawing/2014/main" id="{30EAA3C8-0E43-9B36-0FDD-7DCD07D76B19}"/>
              </a:ext>
            </a:extLst>
          </p:cNvPr>
          <p:cNvSpPr>
            <a:spLocks noGrp="1"/>
          </p:cNvSpPr>
          <p:nvPr>
            <p:ph sz="half" idx="2"/>
          </p:nvPr>
        </p:nvSpPr>
        <p:spPr>
          <a:xfrm>
            <a:off x="6312000" y="1438200"/>
            <a:ext cx="5400000" cy="47628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3" name="Contents Text">
            <a:extLst>
              <a:ext uri="{FF2B5EF4-FFF2-40B4-BE49-F238E27FC236}">
                <a16:creationId xmlns:a16="http://schemas.microsoft.com/office/drawing/2014/main" id="{AEED3E58-E720-8CAA-692D-9729F0FB9D71}"/>
              </a:ext>
            </a:extLst>
          </p:cNvPr>
          <p:cNvSpPr>
            <a:spLocks noGrp="1"/>
          </p:cNvSpPr>
          <p:nvPr>
            <p:ph sz="half" idx="1"/>
          </p:nvPr>
        </p:nvSpPr>
        <p:spPr>
          <a:xfrm>
            <a:off x="480000" y="1438200"/>
            <a:ext cx="5400000" cy="47628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cxnSp>
        <p:nvCxnSpPr>
          <p:cNvPr id="8" name="Line">
            <a:extLst>
              <a:ext uri="{FF2B5EF4-FFF2-40B4-BE49-F238E27FC236}">
                <a16:creationId xmlns:a16="http://schemas.microsoft.com/office/drawing/2014/main" id="{A93234FA-ECAA-5B9F-D9C8-AFB8D558DCCF}"/>
              </a:ext>
            </a:extLst>
          </p:cNvPr>
          <p:cNvCxnSpPr>
            <a:cxnSpLocks/>
          </p:cNvCxnSpPr>
          <p:nvPr userDrawn="1"/>
        </p:nvCxnSpPr>
        <p:spPr>
          <a:xfrm>
            <a:off x="478800" y="1008000"/>
            <a:ext cx="11232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9" name="Confidentiality Level">
            <a:extLst>
              <a:ext uri="{FF2B5EF4-FFF2-40B4-BE49-F238E27FC236}">
                <a16:creationId xmlns:a16="http://schemas.microsoft.com/office/drawing/2014/main" id="{5F8110EF-5A1D-817B-AC8C-62D63678538E}"/>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759164A3-9C6C-DBF0-8FF3-0BDD9037859D}"/>
              </a:ext>
            </a:extLst>
          </p:cNvPr>
          <p:cNvSpPr>
            <a:spLocks noGrp="1"/>
          </p:cNvSpPr>
          <p:nvPr>
            <p:ph type="title"/>
          </p:nvPr>
        </p:nvSpPr>
        <p:spPr>
          <a:xfrm>
            <a:off x="480000" y="441000"/>
            <a:ext cx="11232000" cy="565200"/>
          </a:xfrm>
        </p:spPr>
        <p:txBody>
          <a:bodyPr/>
          <a:lstStyle/>
          <a:p>
            <a:r>
              <a:rPr kumimoji="1" lang="ja-JP" altLang="en-US" dirty="0"/>
              <a:t>マスター タイトルの書式設定</a:t>
            </a:r>
          </a:p>
        </p:txBody>
      </p:sp>
    </p:spTree>
    <p:extLst>
      <p:ext uri="{BB962C8B-B14F-4D97-AF65-F5344CB8AC3E}">
        <p14:creationId xmlns:p14="http://schemas.microsoft.com/office/powerpoint/2010/main" val="1416836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つのコンテンツ_2">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9BB1C4AB-9646-3C47-55C1-768AC6553E8D}"/>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E24E6C2D-70F9-8E6B-C684-17277B79E604}"/>
              </a:ext>
            </a:extLst>
          </p:cNvPr>
          <p:cNvSpPr>
            <a:spLocks noGrp="1"/>
          </p:cNvSpPr>
          <p:nvPr>
            <p:ph type="dt" sz="half" idx="11"/>
          </p:nvPr>
        </p:nvSpPr>
        <p:spPr/>
        <p:txBody>
          <a:bodyPr/>
          <a:lstStyle/>
          <a:p>
            <a:fld id="{61663200-EFB1-4388-8480-51A9113C5DFA}" type="datetime1">
              <a:rPr lang="ja-JP" altLang="en-US" smtClean="0"/>
              <a:t>2026/3/31</a:t>
            </a:fld>
            <a:endParaRPr lang="ja-JP" altLang="en-US" dirty="0"/>
          </a:p>
        </p:txBody>
      </p:sp>
      <p:sp>
        <p:nvSpPr>
          <p:cNvPr id="5" name="Footer">
            <a:extLst>
              <a:ext uri="{FF2B5EF4-FFF2-40B4-BE49-F238E27FC236}">
                <a16:creationId xmlns:a16="http://schemas.microsoft.com/office/drawing/2014/main" id="{EBBF29CB-9C06-362F-8C96-DB1293401FFF}"/>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sp>
        <p:nvSpPr>
          <p:cNvPr id="15" name="Contents Text">
            <a:extLst>
              <a:ext uri="{FF2B5EF4-FFF2-40B4-BE49-F238E27FC236}">
                <a16:creationId xmlns:a16="http://schemas.microsoft.com/office/drawing/2014/main" id="{07385FF9-2EC1-57B1-ED70-33AB05C94069}"/>
              </a:ext>
            </a:extLst>
          </p:cNvPr>
          <p:cNvSpPr>
            <a:spLocks noGrp="1"/>
          </p:cNvSpPr>
          <p:nvPr>
            <p:ph sz="quarter" idx="14"/>
          </p:nvPr>
        </p:nvSpPr>
        <p:spPr>
          <a:xfrm>
            <a:off x="6312000" y="1989000"/>
            <a:ext cx="5400000" cy="42120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8" name="Contents Text">
            <a:extLst>
              <a:ext uri="{FF2B5EF4-FFF2-40B4-BE49-F238E27FC236}">
                <a16:creationId xmlns:a16="http://schemas.microsoft.com/office/drawing/2014/main" id="{2CD029BC-2F3E-9B74-88B7-AE6C6C310982}"/>
              </a:ext>
            </a:extLst>
          </p:cNvPr>
          <p:cNvSpPr>
            <a:spLocks noGrp="1"/>
          </p:cNvSpPr>
          <p:nvPr>
            <p:ph sz="half" idx="13"/>
          </p:nvPr>
        </p:nvSpPr>
        <p:spPr>
          <a:xfrm>
            <a:off x="480000" y="1989000"/>
            <a:ext cx="5400000" cy="4212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Subtitle">
            <a:extLst>
              <a:ext uri="{FF2B5EF4-FFF2-40B4-BE49-F238E27FC236}">
                <a16:creationId xmlns:a16="http://schemas.microsoft.com/office/drawing/2014/main" id="{BC913127-FFE4-CBC4-F736-A679D7FD0D6B}"/>
              </a:ext>
            </a:extLst>
          </p:cNvPr>
          <p:cNvSpPr>
            <a:spLocks noGrp="1"/>
          </p:cNvSpPr>
          <p:nvPr>
            <p:ph type="subTitle" idx="1"/>
          </p:nvPr>
        </p:nvSpPr>
        <p:spPr>
          <a:xfrm>
            <a:off x="480000" y="1006200"/>
            <a:ext cx="11232000" cy="550800"/>
          </a:xfrm>
        </p:spPr>
        <p:txBody>
          <a:bodyPr anchor="ctr" anchorCtr="0">
            <a:normAutofit/>
          </a:bodyPr>
          <a:lstStyle>
            <a:lvl1pPr marL="0" indent="0" algn="l">
              <a:spcBef>
                <a:spcPts val="0"/>
              </a:spcBef>
              <a:buNone/>
              <a:defRPr sz="1600" b="1" baseline="0">
                <a:solidFill>
                  <a:srgbClr val="000000"/>
                </a:solidFill>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cxnSp>
        <p:nvCxnSpPr>
          <p:cNvPr id="6" name="Line">
            <a:extLst>
              <a:ext uri="{FF2B5EF4-FFF2-40B4-BE49-F238E27FC236}">
                <a16:creationId xmlns:a16="http://schemas.microsoft.com/office/drawing/2014/main" id="{5633887E-0770-18D3-097C-C15A16D8BEA4}"/>
              </a:ext>
            </a:extLst>
          </p:cNvPr>
          <p:cNvCxnSpPr>
            <a:cxnSpLocks/>
          </p:cNvCxnSpPr>
          <p:nvPr userDrawn="1"/>
        </p:nvCxnSpPr>
        <p:spPr>
          <a:xfrm>
            <a:off x="478800" y="1008000"/>
            <a:ext cx="11232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9" name="Confidentiality Level">
            <a:extLst>
              <a:ext uri="{FF2B5EF4-FFF2-40B4-BE49-F238E27FC236}">
                <a16:creationId xmlns:a16="http://schemas.microsoft.com/office/drawing/2014/main" id="{1CF26B44-D972-9254-7544-A9F1C28A7801}"/>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170453B5-2F3D-B30A-1578-9546F75A10E6}"/>
              </a:ext>
            </a:extLst>
          </p:cNvPr>
          <p:cNvSpPr>
            <a:spLocks noGrp="1"/>
          </p:cNvSpPr>
          <p:nvPr>
            <p:ph type="title"/>
          </p:nvPr>
        </p:nvSpPr>
        <p:spPr>
          <a:xfrm>
            <a:off x="480000" y="441000"/>
            <a:ext cx="11232000" cy="565200"/>
          </a:xfrm>
        </p:spPr>
        <p:txBody>
          <a:bodyPr/>
          <a:lstStyle/>
          <a:p>
            <a:r>
              <a:rPr kumimoji="1" lang="ja-JP" altLang="en-US" dirty="0"/>
              <a:t>マスター タイトルの書式設定</a:t>
            </a:r>
          </a:p>
        </p:txBody>
      </p:sp>
    </p:spTree>
    <p:extLst>
      <p:ext uri="{BB962C8B-B14F-4D97-AF65-F5344CB8AC3E}">
        <p14:creationId xmlns:p14="http://schemas.microsoft.com/office/powerpoint/2010/main" val="2548235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付きの図_1">
    <p:spTree>
      <p:nvGrpSpPr>
        <p:cNvPr id="1" name=""/>
        <p:cNvGrpSpPr/>
        <p:nvPr/>
      </p:nvGrpSpPr>
      <p:grpSpPr>
        <a:xfrm>
          <a:off x="0" y="0"/>
          <a:ext cx="0" cy="0"/>
          <a:chOff x="0" y="0"/>
          <a:chExt cx="0" cy="0"/>
        </a:xfrm>
      </p:grpSpPr>
      <p:sp>
        <p:nvSpPr>
          <p:cNvPr id="12" name="Slide Number">
            <a:extLst>
              <a:ext uri="{FF2B5EF4-FFF2-40B4-BE49-F238E27FC236}">
                <a16:creationId xmlns:a16="http://schemas.microsoft.com/office/drawing/2014/main" id="{FFBC85B0-81EB-E83A-B47A-6D8718A76CA6}"/>
              </a:ext>
            </a:extLst>
          </p:cNvPr>
          <p:cNvSpPr>
            <a:spLocks noGrp="1"/>
          </p:cNvSpPr>
          <p:nvPr>
            <p:ph type="sldNum" sz="quarter" idx="12"/>
          </p:nvPr>
        </p:nvSpPr>
        <p:spPr/>
        <p:txBody>
          <a:bodyPr/>
          <a:lstStyle/>
          <a:p>
            <a:fld id="{D86BB799-6FD0-46CC-BD23-123A9802B36E}" type="slidenum">
              <a:rPr lang="ja-JP" altLang="en-US" smtClean="0"/>
              <a:pPr/>
              <a:t>‹#›</a:t>
            </a:fld>
            <a:endParaRPr lang="ja-JP" altLang="en-US"/>
          </a:p>
        </p:txBody>
      </p:sp>
      <p:sp>
        <p:nvSpPr>
          <p:cNvPr id="10" name="Date">
            <a:extLst>
              <a:ext uri="{FF2B5EF4-FFF2-40B4-BE49-F238E27FC236}">
                <a16:creationId xmlns:a16="http://schemas.microsoft.com/office/drawing/2014/main" id="{EAC6EC82-BC4D-4BE2-8BEF-B805FB8AE22A}"/>
              </a:ext>
            </a:extLst>
          </p:cNvPr>
          <p:cNvSpPr>
            <a:spLocks noGrp="1"/>
          </p:cNvSpPr>
          <p:nvPr>
            <p:ph type="dt" sz="half" idx="10"/>
          </p:nvPr>
        </p:nvSpPr>
        <p:spPr/>
        <p:txBody>
          <a:bodyPr/>
          <a:lstStyle/>
          <a:p>
            <a:fld id="{C69176B7-2DAB-4F0B-B584-D3B51F6882DB}" type="datetime1">
              <a:rPr lang="ja-JP" altLang="en-US" smtClean="0"/>
              <a:t>2026/3/31</a:t>
            </a:fld>
            <a:endParaRPr lang="ja-JP" altLang="en-US" dirty="0"/>
          </a:p>
        </p:txBody>
      </p:sp>
      <p:sp>
        <p:nvSpPr>
          <p:cNvPr id="11" name="Footer">
            <a:extLst>
              <a:ext uri="{FF2B5EF4-FFF2-40B4-BE49-F238E27FC236}">
                <a16:creationId xmlns:a16="http://schemas.microsoft.com/office/drawing/2014/main" id="{E7561A7A-6B79-B6CA-D9B9-679EED89D5D3}"/>
              </a:ext>
            </a:extLst>
          </p:cNvPr>
          <p:cNvSpPr>
            <a:spLocks noGrp="1"/>
          </p:cNvSpPr>
          <p:nvPr>
            <p:ph type="ftr" sz="quarter" idx="11"/>
          </p:nvPr>
        </p:nvSpPr>
        <p:spPr>
          <a:xfrm>
            <a:off x="1458000" y="6396351"/>
            <a:ext cx="413575" cy="138499"/>
          </a:xfrm>
          <a:prstGeom prst="rect">
            <a:avLst/>
          </a:prstGeom>
        </p:spPr>
        <p:txBody>
          <a:bodyPr/>
          <a:lstStyle/>
          <a:p>
            <a:endParaRPr lang="ja-JP" altLang="en-US" dirty="0"/>
          </a:p>
        </p:txBody>
      </p:sp>
      <p:sp>
        <p:nvSpPr>
          <p:cNvPr id="3" name="Picture Place Holder">
            <a:extLst>
              <a:ext uri="{FF2B5EF4-FFF2-40B4-BE49-F238E27FC236}">
                <a16:creationId xmlns:a16="http://schemas.microsoft.com/office/drawing/2014/main" id="{703D26A1-D87A-ED42-8B39-2EA68AAB8DC9}"/>
              </a:ext>
            </a:extLst>
          </p:cNvPr>
          <p:cNvSpPr>
            <a:spLocks noGrp="1"/>
          </p:cNvSpPr>
          <p:nvPr>
            <p:ph type="pic" idx="1"/>
          </p:nvPr>
        </p:nvSpPr>
        <p:spPr>
          <a:xfrm>
            <a:off x="6312000" y="0"/>
            <a:ext cx="5879998" cy="6199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13" name="Contents Text">
            <a:extLst>
              <a:ext uri="{FF2B5EF4-FFF2-40B4-BE49-F238E27FC236}">
                <a16:creationId xmlns:a16="http://schemas.microsoft.com/office/drawing/2014/main" id="{0F95A95F-230E-266E-2C36-5766449F3B92}"/>
              </a:ext>
            </a:extLst>
          </p:cNvPr>
          <p:cNvSpPr>
            <a:spLocks noGrp="1"/>
          </p:cNvSpPr>
          <p:nvPr>
            <p:ph sz="half" idx="13"/>
          </p:nvPr>
        </p:nvSpPr>
        <p:spPr>
          <a:xfrm>
            <a:off x="480000" y="1438200"/>
            <a:ext cx="5400000" cy="47628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cxnSp>
        <p:nvCxnSpPr>
          <p:cNvPr id="14" name="Line">
            <a:extLst>
              <a:ext uri="{FF2B5EF4-FFF2-40B4-BE49-F238E27FC236}">
                <a16:creationId xmlns:a16="http://schemas.microsoft.com/office/drawing/2014/main" id="{D6A5734F-2669-2371-633C-950C2255911D}"/>
              </a:ext>
            </a:extLst>
          </p:cNvPr>
          <p:cNvCxnSpPr>
            <a:cxnSpLocks/>
          </p:cNvCxnSpPr>
          <p:nvPr userDrawn="1"/>
        </p:nvCxnSpPr>
        <p:spPr>
          <a:xfrm>
            <a:off x="478800" y="1008000"/>
            <a:ext cx="5400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4" name="Confidentiality Level">
            <a:extLst>
              <a:ext uri="{FF2B5EF4-FFF2-40B4-BE49-F238E27FC236}">
                <a16:creationId xmlns:a16="http://schemas.microsoft.com/office/drawing/2014/main" id="{8D8FB254-C480-5E53-98F1-C4D45AA00269}"/>
              </a:ext>
            </a:extLst>
          </p:cNvPr>
          <p:cNvSpPr/>
          <p:nvPr userDrawn="1"/>
        </p:nvSpPr>
        <p:spPr>
          <a:xfrm>
            <a:off x="5163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4661BDF1-860F-D2E5-143F-238045FD2119}"/>
              </a:ext>
            </a:extLst>
          </p:cNvPr>
          <p:cNvSpPr>
            <a:spLocks noGrp="1"/>
          </p:cNvSpPr>
          <p:nvPr>
            <p:ph type="title"/>
          </p:nvPr>
        </p:nvSpPr>
        <p:spPr>
          <a:xfrm>
            <a:off x="480000" y="441000"/>
            <a:ext cx="5400000" cy="565200"/>
          </a:xfrm>
        </p:spPr>
        <p:txBody>
          <a:bodyPr anchor="ctr" anchorCtr="0">
            <a:normAutofit/>
          </a:bodyPr>
          <a:lstStyle>
            <a:lvl1pPr>
              <a:defRPr sz="2200" baseline="0"/>
            </a:lvl1pPr>
          </a:lstStyle>
          <a:p>
            <a:r>
              <a:rPr kumimoji="1" lang="ja-JP" altLang="en-US" dirty="0"/>
              <a:t>マスター タイトルの書式設定</a:t>
            </a:r>
          </a:p>
        </p:txBody>
      </p:sp>
    </p:spTree>
    <p:extLst>
      <p:ext uri="{BB962C8B-B14F-4D97-AF65-F5344CB8AC3E}">
        <p14:creationId xmlns:p14="http://schemas.microsoft.com/office/powerpoint/2010/main" val="508090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付きの図_2">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FE025080-207C-5B42-84BB-D87DB99E3E55}"/>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79E1F950-60FF-23A9-9731-2E2234EF10C6}"/>
              </a:ext>
            </a:extLst>
          </p:cNvPr>
          <p:cNvSpPr>
            <a:spLocks noGrp="1"/>
          </p:cNvSpPr>
          <p:nvPr>
            <p:ph type="dt" sz="half" idx="11"/>
          </p:nvPr>
        </p:nvSpPr>
        <p:spPr/>
        <p:txBody>
          <a:bodyPr/>
          <a:lstStyle/>
          <a:p>
            <a:fld id="{DD2615F8-321D-4722-A3BE-333CEDA7010B}" type="datetime1">
              <a:rPr lang="ja-JP" altLang="en-US" smtClean="0"/>
              <a:t>2026/3/31</a:t>
            </a:fld>
            <a:endParaRPr lang="ja-JP" altLang="en-US" dirty="0"/>
          </a:p>
        </p:txBody>
      </p:sp>
      <p:sp>
        <p:nvSpPr>
          <p:cNvPr id="5" name="Footer">
            <a:extLst>
              <a:ext uri="{FF2B5EF4-FFF2-40B4-BE49-F238E27FC236}">
                <a16:creationId xmlns:a16="http://schemas.microsoft.com/office/drawing/2014/main" id="{C11E8712-2A03-4A52-F903-FE61B11D252C}"/>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sp>
        <p:nvSpPr>
          <p:cNvPr id="9" name="Picture Place Holder">
            <a:extLst>
              <a:ext uri="{FF2B5EF4-FFF2-40B4-BE49-F238E27FC236}">
                <a16:creationId xmlns:a16="http://schemas.microsoft.com/office/drawing/2014/main" id="{30342C2D-C981-D5EA-2080-698CB77D8B65}"/>
              </a:ext>
            </a:extLst>
          </p:cNvPr>
          <p:cNvSpPr>
            <a:spLocks noGrp="1"/>
          </p:cNvSpPr>
          <p:nvPr>
            <p:ph type="pic" idx="14"/>
          </p:nvPr>
        </p:nvSpPr>
        <p:spPr>
          <a:xfrm>
            <a:off x="6312000" y="0"/>
            <a:ext cx="5878800" cy="6199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8" name="Contents Text">
            <a:extLst>
              <a:ext uri="{FF2B5EF4-FFF2-40B4-BE49-F238E27FC236}">
                <a16:creationId xmlns:a16="http://schemas.microsoft.com/office/drawing/2014/main" id="{45D4ECBA-B12E-A587-F4F5-9B996E2F1F8B}"/>
              </a:ext>
            </a:extLst>
          </p:cNvPr>
          <p:cNvSpPr>
            <a:spLocks noGrp="1"/>
          </p:cNvSpPr>
          <p:nvPr>
            <p:ph sz="half" idx="13"/>
          </p:nvPr>
        </p:nvSpPr>
        <p:spPr>
          <a:xfrm>
            <a:off x="480000" y="1989000"/>
            <a:ext cx="5400000" cy="42120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Subtitle">
            <a:extLst>
              <a:ext uri="{FF2B5EF4-FFF2-40B4-BE49-F238E27FC236}">
                <a16:creationId xmlns:a16="http://schemas.microsoft.com/office/drawing/2014/main" id="{6B6B92C6-7EFD-CEA0-459C-67C2B6C099F0}"/>
              </a:ext>
            </a:extLst>
          </p:cNvPr>
          <p:cNvSpPr>
            <a:spLocks noGrp="1"/>
          </p:cNvSpPr>
          <p:nvPr>
            <p:ph type="subTitle" idx="1"/>
          </p:nvPr>
        </p:nvSpPr>
        <p:spPr>
          <a:xfrm>
            <a:off x="480000" y="1006200"/>
            <a:ext cx="5400000" cy="550800"/>
          </a:xfrm>
        </p:spPr>
        <p:txBody>
          <a:bodyPr anchor="ctr" anchorCtr="0">
            <a:normAutofit/>
          </a:bodyPr>
          <a:lstStyle>
            <a:lvl1pPr marL="0" indent="0" algn="l">
              <a:spcBef>
                <a:spcPts val="0"/>
              </a:spcBef>
              <a:buNone/>
              <a:defRPr sz="1600" b="1" baseline="0">
                <a:solidFill>
                  <a:srgbClr val="000000"/>
                </a:solidFill>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cxnSp>
        <p:nvCxnSpPr>
          <p:cNvPr id="6" name="Line">
            <a:extLst>
              <a:ext uri="{FF2B5EF4-FFF2-40B4-BE49-F238E27FC236}">
                <a16:creationId xmlns:a16="http://schemas.microsoft.com/office/drawing/2014/main" id="{492F5EBD-4163-ADDA-7101-D4D56965D988}"/>
              </a:ext>
            </a:extLst>
          </p:cNvPr>
          <p:cNvCxnSpPr>
            <a:cxnSpLocks/>
          </p:cNvCxnSpPr>
          <p:nvPr userDrawn="1"/>
        </p:nvCxnSpPr>
        <p:spPr>
          <a:xfrm>
            <a:off x="478800" y="1008000"/>
            <a:ext cx="5400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10" name="Confidentiality Level">
            <a:extLst>
              <a:ext uri="{FF2B5EF4-FFF2-40B4-BE49-F238E27FC236}">
                <a16:creationId xmlns:a16="http://schemas.microsoft.com/office/drawing/2014/main" id="{FFC32E02-2C46-BD1B-0210-BC45AF920CA5}"/>
              </a:ext>
            </a:extLst>
          </p:cNvPr>
          <p:cNvSpPr/>
          <p:nvPr userDrawn="1"/>
        </p:nvSpPr>
        <p:spPr>
          <a:xfrm>
            <a:off x="5163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0B748F92-AA07-E335-2944-0BC1FF68D48F}"/>
              </a:ext>
            </a:extLst>
          </p:cNvPr>
          <p:cNvSpPr>
            <a:spLocks noGrp="1"/>
          </p:cNvSpPr>
          <p:nvPr>
            <p:ph type="title"/>
          </p:nvPr>
        </p:nvSpPr>
        <p:spPr>
          <a:xfrm>
            <a:off x="480000" y="441000"/>
            <a:ext cx="5400000" cy="565200"/>
          </a:xfrm>
        </p:spPr>
        <p:txBody>
          <a:bodyPr/>
          <a:lstStyle/>
          <a:p>
            <a:r>
              <a:rPr kumimoji="1" lang="ja-JP" altLang="en-US" dirty="0"/>
              <a:t>マスター タイトルの書式設定</a:t>
            </a:r>
          </a:p>
        </p:txBody>
      </p:sp>
    </p:spTree>
    <p:extLst>
      <p:ext uri="{BB962C8B-B14F-4D97-AF65-F5344CB8AC3E}">
        <p14:creationId xmlns:p14="http://schemas.microsoft.com/office/powerpoint/2010/main" val="274403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付きの図_3">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6FF84D7B-C666-82EE-2E93-9610B1DEC2D3}"/>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2C4DE66E-E6AE-289D-7CF2-9C863C227209}"/>
              </a:ext>
            </a:extLst>
          </p:cNvPr>
          <p:cNvSpPr>
            <a:spLocks noGrp="1"/>
          </p:cNvSpPr>
          <p:nvPr>
            <p:ph type="dt" sz="half" idx="11"/>
          </p:nvPr>
        </p:nvSpPr>
        <p:spPr/>
        <p:txBody>
          <a:bodyPr/>
          <a:lstStyle/>
          <a:p>
            <a:fld id="{D5C73C4E-A6D2-45FF-93B2-08F06E1F7F2B}" type="datetime1">
              <a:rPr lang="ja-JP" altLang="en-US" smtClean="0"/>
              <a:t>2026/3/31</a:t>
            </a:fld>
            <a:endParaRPr lang="ja-JP" altLang="en-US" dirty="0"/>
          </a:p>
        </p:txBody>
      </p:sp>
      <p:sp>
        <p:nvSpPr>
          <p:cNvPr id="5" name="Footer">
            <a:extLst>
              <a:ext uri="{FF2B5EF4-FFF2-40B4-BE49-F238E27FC236}">
                <a16:creationId xmlns:a16="http://schemas.microsoft.com/office/drawing/2014/main" id="{4BFAFF13-FF43-EE53-2466-0CF73E8115DB}"/>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sp>
        <p:nvSpPr>
          <p:cNvPr id="7" name="Picture Place Holder">
            <a:extLst>
              <a:ext uri="{FF2B5EF4-FFF2-40B4-BE49-F238E27FC236}">
                <a16:creationId xmlns:a16="http://schemas.microsoft.com/office/drawing/2014/main" id="{35E061E7-F72F-0AB8-FA64-30B0EDCC56D6}"/>
              </a:ext>
            </a:extLst>
          </p:cNvPr>
          <p:cNvSpPr>
            <a:spLocks noGrp="1"/>
          </p:cNvSpPr>
          <p:nvPr>
            <p:ph type="pic" idx="1"/>
          </p:nvPr>
        </p:nvSpPr>
        <p:spPr>
          <a:xfrm>
            <a:off x="0" y="0"/>
            <a:ext cx="12193200" cy="6199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dirty="0"/>
          </a:p>
        </p:txBody>
      </p:sp>
      <p:cxnSp>
        <p:nvCxnSpPr>
          <p:cNvPr id="6" name="Line">
            <a:extLst>
              <a:ext uri="{FF2B5EF4-FFF2-40B4-BE49-F238E27FC236}">
                <a16:creationId xmlns:a16="http://schemas.microsoft.com/office/drawing/2014/main" id="{225A256D-3C94-1231-E69D-01271DC6E4E6}"/>
              </a:ext>
            </a:extLst>
          </p:cNvPr>
          <p:cNvCxnSpPr>
            <a:cxnSpLocks/>
          </p:cNvCxnSpPr>
          <p:nvPr userDrawn="1"/>
        </p:nvCxnSpPr>
        <p:spPr>
          <a:xfrm>
            <a:off x="478800" y="1008000"/>
            <a:ext cx="11232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8" name="Confidentiality Level">
            <a:extLst>
              <a:ext uri="{FF2B5EF4-FFF2-40B4-BE49-F238E27FC236}">
                <a16:creationId xmlns:a16="http://schemas.microsoft.com/office/drawing/2014/main" id="{7C02C6EF-458E-DB9F-D37D-94EB6566E54A}"/>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A4DDB7FC-59A4-4566-3990-A1075C8CAC6C}"/>
              </a:ext>
            </a:extLst>
          </p:cNvPr>
          <p:cNvSpPr>
            <a:spLocks noGrp="1"/>
          </p:cNvSpPr>
          <p:nvPr>
            <p:ph type="title"/>
          </p:nvPr>
        </p:nvSpPr>
        <p:spPr>
          <a:xfrm>
            <a:off x="480000" y="441000"/>
            <a:ext cx="11232000" cy="565200"/>
          </a:xfrm>
        </p:spPr>
        <p:txBody>
          <a:bodyPr/>
          <a:lstStyle>
            <a:lvl1pPr>
              <a:defRPr/>
            </a:lvl1pPr>
          </a:lstStyle>
          <a:p>
            <a:r>
              <a:rPr kumimoji="1" lang="ja-JP" altLang="en-US" dirty="0"/>
              <a:t>マスター タイトルの書式設定</a:t>
            </a:r>
          </a:p>
        </p:txBody>
      </p:sp>
    </p:spTree>
    <p:extLst>
      <p:ext uri="{BB962C8B-B14F-4D97-AF65-F5344CB8AC3E}">
        <p14:creationId xmlns:p14="http://schemas.microsoft.com/office/powerpoint/2010/main" val="4258920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付きの図_4">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6FF84D7B-C666-82EE-2E93-9610B1DEC2D3}"/>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2C4DE66E-E6AE-289D-7CF2-9C863C227209}"/>
              </a:ext>
            </a:extLst>
          </p:cNvPr>
          <p:cNvSpPr>
            <a:spLocks noGrp="1"/>
          </p:cNvSpPr>
          <p:nvPr>
            <p:ph type="dt" sz="half" idx="11"/>
          </p:nvPr>
        </p:nvSpPr>
        <p:spPr/>
        <p:txBody>
          <a:bodyPr/>
          <a:lstStyle/>
          <a:p>
            <a:fld id="{A8F8810B-DD51-4291-A754-9C4AFFF66A0A}" type="datetime1">
              <a:rPr lang="ja-JP" altLang="en-US" smtClean="0"/>
              <a:t>2026/3/31</a:t>
            </a:fld>
            <a:endParaRPr lang="ja-JP" altLang="en-US" dirty="0"/>
          </a:p>
        </p:txBody>
      </p:sp>
      <p:sp>
        <p:nvSpPr>
          <p:cNvPr id="5" name="Footer">
            <a:extLst>
              <a:ext uri="{FF2B5EF4-FFF2-40B4-BE49-F238E27FC236}">
                <a16:creationId xmlns:a16="http://schemas.microsoft.com/office/drawing/2014/main" id="{4BFAFF13-FF43-EE53-2466-0CF73E8115DB}"/>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sp>
        <p:nvSpPr>
          <p:cNvPr id="7" name="Picture Place Holder">
            <a:extLst>
              <a:ext uri="{FF2B5EF4-FFF2-40B4-BE49-F238E27FC236}">
                <a16:creationId xmlns:a16="http://schemas.microsoft.com/office/drawing/2014/main" id="{35E061E7-F72F-0AB8-FA64-30B0EDCC56D6}"/>
              </a:ext>
            </a:extLst>
          </p:cNvPr>
          <p:cNvSpPr>
            <a:spLocks noGrp="1"/>
          </p:cNvSpPr>
          <p:nvPr>
            <p:ph type="pic" idx="1"/>
          </p:nvPr>
        </p:nvSpPr>
        <p:spPr>
          <a:xfrm>
            <a:off x="0" y="0"/>
            <a:ext cx="12193200" cy="6199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8" name="Subtitle">
            <a:extLst>
              <a:ext uri="{FF2B5EF4-FFF2-40B4-BE49-F238E27FC236}">
                <a16:creationId xmlns:a16="http://schemas.microsoft.com/office/drawing/2014/main" id="{77B04554-96F3-8C6F-63F0-76F87D10483E}"/>
              </a:ext>
            </a:extLst>
          </p:cNvPr>
          <p:cNvSpPr>
            <a:spLocks noGrp="1"/>
          </p:cNvSpPr>
          <p:nvPr>
            <p:ph type="subTitle" idx="13"/>
          </p:nvPr>
        </p:nvSpPr>
        <p:spPr>
          <a:xfrm>
            <a:off x="480000" y="1006200"/>
            <a:ext cx="11232000" cy="550800"/>
          </a:xfrm>
        </p:spPr>
        <p:txBody>
          <a:bodyPr anchor="ctr" anchorCtr="0">
            <a:normAutofit/>
          </a:bodyPr>
          <a:lstStyle>
            <a:lvl1pPr marL="0" indent="0" algn="l">
              <a:spcBef>
                <a:spcPts val="0"/>
              </a:spcBef>
              <a:buNone/>
              <a:defRPr sz="1600" b="1" baseline="0">
                <a:solidFill>
                  <a:srgbClr val="000000"/>
                </a:solidFill>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cxnSp>
        <p:nvCxnSpPr>
          <p:cNvPr id="6" name="Line">
            <a:extLst>
              <a:ext uri="{FF2B5EF4-FFF2-40B4-BE49-F238E27FC236}">
                <a16:creationId xmlns:a16="http://schemas.microsoft.com/office/drawing/2014/main" id="{225A256D-3C94-1231-E69D-01271DC6E4E6}"/>
              </a:ext>
            </a:extLst>
          </p:cNvPr>
          <p:cNvCxnSpPr>
            <a:cxnSpLocks/>
          </p:cNvCxnSpPr>
          <p:nvPr userDrawn="1"/>
        </p:nvCxnSpPr>
        <p:spPr>
          <a:xfrm>
            <a:off x="478800" y="1008000"/>
            <a:ext cx="11232000" cy="0"/>
          </a:xfrm>
          <a:prstGeom prst="line">
            <a:avLst/>
          </a:prstGeom>
          <a:ln w="12700">
            <a:solidFill>
              <a:srgbClr val="4D4D4D"/>
            </a:solidFill>
          </a:ln>
        </p:spPr>
        <p:style>
          <a:lnRef idx="2">
            <a:schemeClr val="accent1"/>
          </a:lnRef>
          <a:fillRef idx="0">
            <a:schemeClr val="accent1"/>
          </a:fillRef>
          <a:effectRef idx="1">
            <a:schemeClr val="accent1"/>
          </a:effectRef>
          <a:fontRef idx="minor">
            <a:schemeClr val="tx1"/>
          </a:fontRef>
        </p:style>
      </p:cxnSp>
      <p:sp>
        <p:nvSpPr>
          <p:cNvPr id="9" name="Confidentiality Level">
            <a:extLst>
              <a:ext uri="{FF2B5EF4-FFF2-40B4-BE49-F238E27FC236}">
                <a16:creationId xmlns:a16="http://schemas.microsoft.com/office/drawing/2014/main" id="{1F8E9121-7F45-307A-5402-8C24E043A299}"/>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A4DDB7FC-59A4-4566-3990-A1075C8CAC6C}"/>
              </a:ext>
            </a:extLst>
          </p:cNvPr>
          <p:cNvSpPr>
            <a:spLocks noGrp="1"/>
          </p:cNvSpPr>
          <p:nvPr>
            <p:ph type="title"/>
          </p:nvPr>
        </p:nvSpPr>
        <p:spPr>
          <a:xfrm>
            <a:off x="480000" y="441000"/>
            <a:ext cx="11232000" cy="565200"/>
          </a:xfrm>
        </p:spPr>
        <p:txBody>
          <a:bodyPr/>
          <a:lstStyle/>
          <a:p>
            <a:r>
              <a:rPr kumimoji="1" lang="ja-JP" altLang="en-US" dirty="0"/>
              <a:t>マスター タイトルの書式設定</a:t>
            </a:r>
          </a:p>
        </p:txBody>
      </p:sp>
    </p:spTree>
    <p:extLst>
      <p:ext uri="{BB962C8B-B14F-4D97-AF65-F5344CB8AC3E}">
        <p14:creationId xmlns:p14="http://schemas.microsoft.com/office/powerpoint/2010/main" val="2047163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次_1">
    <p:bg>
      <p:bgPr>
        <a:solidFill>
          <a:srgbClr val="E6E6E6"/>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572C5BE-269E-247D-5D88-2BF3FC6897B0}"/>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9467535A-3713-4B70-D255-09C80F616F25}"/>
              </a:ext>
            </a:extLst>
          </p:cNvPr>
          <p:cNvSpPr>
            <a:spLocks noGrp="1"/>
          </p:cNvSpPr>
          <p:nvPr>
            <p:ph type="dt" sz="half" idx="11"/>
          </p:nvPr>
        </p:nvSpPr>
        <p:spPr/>
        <p:txBody>
          <a:bodyPr/>
          <a:lstStyle/>
          <a:p>
            <a:fld id="{2C149AEA-0976-4A31-9854-A1E48AA48C5F}" type="datetime1">
              <a:rPr lang="ja-JP" altLang="en-US" smtClean="0"/>
              <a:t>2026/3/31</a:t>
            </a:fld>
            <a:endParaRPr lang="ja-JP" altLang="en-US" dirty="0"/>
          </a:p>
        </p:txBody>
      </p:sp>
      <p:sp>
        <p:nvSpPr>
          <p:cNvPr id="5" name="Footer">
            <a:extLst>
              <a:ext uri="{FF2B5EF4-FFF2-40B4-BE49-F238E27FC236}">
                <a16:creationId xmlns:a16="http://schemas.microsoft.com/office/drawing/2014/main" id="{F4578FB5-A130-C573-93B2-1EC7FF9369E5}"/>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sp>
        <p:nvSpPr>
          <p:cNvPr id="7" name="Page Number">
            <a:extLst>
              <a:ext uri="{FF2B5EF4-FFF2-40B4-BE49-F238E27FC236}">
                <a16:creationId xmlns:a16="http://schemas.microsoft.com/office/drawing/2014/main" id="{10CA69CD-2AA5-CFB1-731A-05941031AEA3}"/>
              </a:ext>
            </a:extLst>
          </p:cNvPr>
          <p:cNvSpPr>
            <a:spLocks noGrp="1"/>
          </p:cNvSpPr>
          <p:nvPr>
            <p:ph type="body" sz="quarter" idx="24" hasCustomPrompt="1"/>
          </p:nvPr>
        </p:nvSpPr>
        <p:spPr>
          <a:xfrm>
            <a:off x="8295600" y="1989000"/>
            <a:ext cx="501314" cy="4212000"/>
          </a:xfrm>
        </p:spPr>
        <p:txBody>
          <a:bodyPr>
            <a:normAutofit/>
          </a:bodyPr>
          <a:lstStyle>
            <a:lvl1pPr marL="0" indent="0" algn="r">
              <a:buFontTx/>
              <a:buNone/>
              <a:defRPr sz="14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00</a:t>
            </a:r>
            <a:endParaRPr kumimoji="1" lang="ja-JP" altLang="en-US" dirty="0"/>
          </a:p>
        </p:txBody>
      </p:sp>
      <p:sp>
        <p:nvSpPr>
          <p:cNvPr id="8" name="Contents Text">
            <a:extLst>
              <a:ext uri="{FF2B5EF4-FFF2-40B4-BE49-F238E27FC236}">
                <a16:creationId xmlns:a16="http://schemas.microsoft.com/office/drawing/2014/main" id="{3ED28776-70C7-41FB-A60E-F22D2CD7CCDB}"/>
              </a:ext>
            </a:extLst>
          </p:cNvPr>
          <p:cNvSpPr>
            <a:spLocks noGrp="1"/>
          </p:cNvSpPr>
          <p:nvPr>
            <p:ph type="body" sz="quarter" idx="23"/>
          </p:nvPr>
        </p:nvSpPr>
        <p:spPr>
          <a:xfrm>
            <a:off x="3396000" y="1989000"/>
            <a:ext cx="4896000" cy="4212000"/>
          </a:xfrm>
          <a:prstGeom prst="rect">
            <a:avLst/>
          </a:prstGeom>
        </p:spPr>
        <p:txBody>
          <a:bodyPr>
            <a:normAutofit/>
          </a:bodyPr>
          <a:lstStyle>
            <a:lvl1pPr marL="360000" indent="-360000">
              <a:lnSpc>
                <a:spcPct val="130000"/>
              </a:lnSpc>
              <a:spcBef>
                <a:spcPts val="1000"/>
              </a:spcBef>
              <a:buFont typeface="+mj-lt"/>
              <a:buAutoNum type="arabicPeriod"/>
              <a:defRPr sz="1400">
                <a:solidFill>
                  <a:srgbClr val="000000"/>
                </a:solidFill>
              </a:defRPr>
            </a:lvl1pPr>
            <a:lvl2pPr marL="914400" indent="-457200">
              <a:lnSpc>
                <a:spcPct val="100000"/>
              </a:lnSpc>
              <a:buFont typeface="+mj-lt"/>
              <a:buAutoNum type="arabicPeriod"/>
              <a:defRPr/>
            </a:lvl2pPr>
            <a:lvl3pPr marL="1371600" indent="-457200">
              <a:lnSpc>
                <a:spcPct val="100000"/>
              </a:lnSpc>
              <a:buFont typeface="+mj-lt"/>
              <a:buAutoNum type="arabicPeriod"/>
              <a:defRPr/>
            </a:lvl3pPr>
            <a:lvl4pPr marL="1714500" indent="-342900">
              <a:lnSpc>
                <a:spcPct val="100000"/>
              </a:lnSpc>
              <a:buFont typeface="+mj-lt"/>
              <a:buAutoNum type="arabicPeriod"/>
              <a:defRPr/>
            </a:lvl4pPr>
            <a:lvl5pPr marL="2171700" indent="-342900">
              <a:lnSpc>
                <a:spcPct val="100000"/>
              </a:lnSpc>
              <a:buFont typeface="+mj-lt"/>
              <a:buAutoNum type="arabicPeriod"/>
              <a:defRPr/>
            </a:lvl5pPr>
          </a:lstStyle>
          <a:p>
            <a:pPr lvl="0"/>
            <a:r>
              <a:rPr kumimoji="1" lang="ja-JP" altLang="en-US" dirty="0"/>
              <a:t>マスター テキストの書式設定</a:t>
            </a:r>
          </a:p>
        </p:txBody>
      </p:sp>
      <p:sp>
        <p:nvSpPr>
          <p:cNvPr id="6" name="Confidentiality Level">
            <a:extLst>
              <a:ext uri="{FF2B5EF4-FFF2-40B4-BE49-F238E27FC236}">
                <a16:creationId xmlns:a16="http://schemas.microsoft.com/office/drawing/2014/main" id="{AAEACF28-4E41-84FC-C0C9-BE4B6D941045}"/>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2811EA42-7DCD-2539-16CC-5069234CE2F2}"/>
              </a:ext>
            </a:extLst>
          </p:cNvPr>
          <p:cNvSpPr>
            <a:spLocks noGrp="1"/>
          </p:cNvSpPr>
          <p:nvPr>
            <p:ph type="title"/>
          </p:nvPr>
        </p:nvSpPr>
        <p:spPr>
          <a:xfrm>
            <a:off x="480000" y="441000"/>
            <a:ext cx="11232000" cy="565200"/>
          </a:xfrm>
        </p:spPr>
        <p:txBody>
          <a:bodyPr anchor="ctr" anchorCtr="0"/>
          <a:lstStyle/>
          <a:p>
            <a:r>
              <a:rPr kumimoji="1" lang="ja-JP" altLang="en-US" dirty="0"/>
              <a:t>マスター タイトルの書式設定</a:t>
            </a:r>
          </a:p>
        </p:txBody>
      </p:sp>
    </p:spTree>
    <p:extLst>
      <p:ext uri="{BB962C8B-B14F-4D97-AF65-F5344CB8AC3E}">
        <p14:creationId xmlns:p14="http://schemas.microsoft.com/office/powerpoint/2010/main" val="1477913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次_2">
    <p:bg>
      <p:bgPr>
        <a:solidFill>
          <a:srgbClr val="E6E6E6"/>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572C5BE-269E-247D-5D88-2BF3FC6897B0}"/>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4" name="Date">
            <a:extLst>
              <a:ext uri="{FF2B5EF4-FFF2-40B4-BE49-F238E27FC236}">
                <a16:creationId xmlns:a16="http://schemas.microsoft.com/office/drawing/2014/main" id="{9467535A-3713-4B70-D255-09C80F616F25}"/>
              </a:ext>
            </a:extLst>
          </p:cNvPr>
          <p:cNvSpPr>
            <a:spLocks noGrp="1"/>
          </p:cNvSpPr>
          <p:nvPr>
            <p:ph type="dt" sz="half" idx="11"/>
          </p:nvPr>
        </p:nvSpPr>
        <p:spPr/>
        <p:txBody>
          <a:bodyPr/>
          <a:lstStyle/>
          <a:p>
            <a:fld id="{5170CD02-5577-4FB0-8137-9373BE1939FF}" type="datetime1">
              <a:rPr lang="ja-JP" altLang="en-US" smtClean="0"/>
              <a:t>2026/3/31</a:t>
            </a:fld>
            <a:endParaRPr lang="ja-JP" altLang="en-US" dirty="0"/>
          </a:p>
        </p:txBody>
      </p:sp>
      <p:sp>
        <p:nvSpPr>
          <p:cNvPr id="5" name="Footer">
            <a:extLst>
              <a:ext uri="{FF2B5EF4-FFF2-40B4-BE49-F238E27FC236}">
                <a16:creationId xmlns:a16="http://schemas.microsoft.com/office/drawing/2014/main" id="{F4578FB5-A130-C573-93B2-1EC7FF9369E5}"/>
              </a:ext>
            </a:extLst>
          </p:cNvPr>
          <p:cNvSpPr>
            <a:spLocks noGrp="1"/>
          </p:cNvSpPr>
          <p:nvPr>
            <p:ph type="ftr" sz="quarter" idx="12"/>
          </p:nvPr>
        </p:nvSpPr>
        <p:spPr>
          <a:xfrm>
            <a:off x="1458000" y="6396351"/>
            <a:ext cx="413575" cy="138499"/>
          </a:xfrm>
          <a:prstGeom prst="rect">
            <a:avLst/>
          </a:prstGeom>
        </p:spPr>
        <p:txBody>
          <a:bodyPr/>
          <a:lstStyle/>
          <a:p>
            <a:endParaRPr lang="ja-JP" altLang="en-US" dirty="0"/>
          </a:p>
        </p:txBody>
      </p:sp>
      <p:sp>
        <p:nvSpPr>
          <p:cNvPr id="15" name="Page Number">
            <a:extLst>
              <a:ext uri="{FF2B5EF4-FFF2-40B4-BE49-F238E27FC236}">
                <a16:creationId xmlns:a16="http://schemas.microsoft.com/office/drawing/2014/main" id="{033D69DD-5766-3A05-0809-8DEAD3614B1A}"/>
              </a:ext>
            </a:extLst>
          </p:cNvPr>
          <p:cNvSpPr>
            <a:spLocks noGrp="1"/>
          </p:cNvSpPr>
          <p:nvPr>
            <p:ph type="body" sz="quarter" idx="27" hasCustomPrompt="1"/>
          </p:nvPr>
        </p:nvSpPr>
        <p:spPr>
          <a:xfrm>
            <a:off x="11211600" y="1989000"/>
            <a:ext cx="500400" cy="4212000"/>
          </a:xfrm>
        </p:spPr>
        <p:txBody>
          <a:bodyPr>
            <a:normAutofit/>
          </a:bodyPr>
          <a:lstStyle>
            <a:lvl1pPr marL="0" indent="0" algn="r">
              <a:buFontTx/>
              <a:buNone/>
              <a:defRPr sz="1400">
                <a:latin typeface="+mn-lt"/>
              </a:defRPr>
            </a:lvl1pPr>
            <a:lvl2pPr marL="457200" indent="0">
              <a:buNone/>
              <a:defRPr/>
            </a:lvl2pPr>
          </a:lstStyle>
          <a:p>
            <a:pPr lvl="0"/>
            <a:r>
              <a:rPr kumimoji="1" lang="en-US" altLang="ja-JP" dirty="0"/>
              <a:t>00</a:t>
            </a:r>
            <a:endParaRPr kumimoji="1" lang="ja-JP" altLang="en-US" dirty="0"/>
          </a:p>
        </p:txBody>
      </p:sp>
      <p:sp>
        <p:nvSpPr>
          <p:cNvPr id="13" name="Contents Text">
            <a:extLst>
              <a:ext uri="{FF2B5EF4-FFF2-40B4-BE49-F238E27FC236}">
                <a16:creationId xmlns:a16="http://schemas.microsoft.com/office/drawing/2014/main" id="{723FC92A-2482-84E1-CF17-8597C74B319D}"/>
              </a:ext>
            </a:extLst>
          </p:cNvPr>
          <p:cNvSpPr>
            <a:spLocks noGrp="1"/>
          </p:cNvSpPr>
          <p:nvPr>
            <p:ph type="body" sz="quarter" idx="26"/>
          </p:nvPr>
        </p:nvSpPr>
        <p:spPr>
          <a:xfrm>
            <a:off x="6312000" y="1989000"/>
            <a:ext cx="4896000" cy="4212000"/>
          </a:xfrm>
          <a:prstGeom prst="rect">
            <a:avLst/>
          </a:prstGeom>
        </p:spPr>
        <p:txBody>
          <a:bodyPr>
            <a:normAutofit/>
          </a:bodyPr>
          <a:lstStyle>
            <a:lvl1pPr marL="360000" indent="-360000">
              <a:lnSpc>
                <a:spcPct val="130000"/>
              </a:lnSpc>
              <a:spcBef>
                <a:spcPts val="1000"/>
              </a:spcBef>
              <a:buFont typeface="+mj-lt"/>
              <a:buAutoNum type="arabicPeriod"/>
              <a:defRPr sz="1400">
                <a:solidFill>
                  <a:srgbClr val="000000"/>
                </a:solidFill>
              </a:defRPr>
            </a:lvl1pPr>
            <a:lvl2pPr marL="914400" indent="-457200">
              <a:lnSpc>
                <a:spcPct val="100000"/>
              </a:lnSpc>
              <a:buFont typeface="+mj-lt"/>
              <a:buAutoNum type="arabicPeriod"/>
              <a:defRPr/>
            </a:lvl2pPr>
            <a:lvl3pPr marL="1371600" indent="-457200">
              <a:lnSpc>
                <a:spcPct val="100000"/>
              </a:lnSpc>
              <a:buFont typeface="+mj-lt"/>
              <a:buAutoNum type="arabicPeriod"/>
              <a:defRPr/>
            </a:lvl3pPr>
            <a:lvl4pPr marL="1714500" indent="-342900">
              <a:lnSpc>
                <a:spcPct val="100000"/>
              </a:lnSpc>
              <a:buFont typeface="+mj-lt"/>
              <a:buAutoNum type="arabicPeriod"/>
              <a:defRPr/>
            </a:lvl4pPr>
            <a:lvl5pPr marL="2171700" indent="-342900">
              <a:lnSpc>
                <a:spcPct val="100000"/>
              </a:lnSpc>
              <a:buFont typeface="+mj-lt"/>
              <a:buAutoNum type="arabicPeriod"/>
              <a:defRPr/>
            </a:lvl5pPr>
          </a:lstStyle>
          <a:p>
            <a:pPr lvl="0"/>
            <a:r>
              <a:rPr kumimoji="1" lang="ja-JP" altLang="en-US" dirty="0"/>
              <a:t>マスター テキストの書式設定</a:t>
            </a:r>
          </a:p>
        </p:txBody>
      </p:sp>
      <p:sp>
        <p:nvSpPr>
          <p:cNvPr id="9" name="Page Number">
            <a:extLst>
              <a:ext uri="{FF2B5EF4-FFF2-40B4-BE49-F238E27FC236}">
                <a16:creationId xmlns:a16="http://schemas.microsoft.com/office/drawing/2014/main" id="{4CEE7A1F-7DFB-0846-AD93-35ADFE9D319C}"/>
              </a:ext>
            </a:extLst>
          </p:cNvPr>
          <p:cNvSpPr>
            <a:spLocks noGrp="1"/>
          </p:cNvSpPr>
          <p:nvPr>
            <p:ph type="body" sz="quarter" idx="24" hasCustomPrompt="1"/>
          </p:nvPr>
        </p:nvSpPr>
        <p:spPr>
          <a:xfrm>
            <a:off x="5379600" y="1989000"/>
            <a:ext cx="500400" cy="4212000"/>
          </a:xfrm>
        </p:spPr>
        <p:txBody>
          <a:bodyPr>
            <a:normAutofit/>
          </a:bodyPr>
          <a:lstStyle>
            <a:lvl1pPr marL="0" indent="0" algn="r">
              <a:buFontTx/>
              <a:buNone/>
              <a:defRPr sz="14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00</a:t>
            </a:r>
            <a:endParaRPr kumimoji="1" lang="ja-JP" altLang="en-US" dirty="0"/>
          </a:p>
        </p:txBody>
      </p:sp>
      <p:sp>
        <p:nvSpPr>
          <p:cNvPr id="11" name="Contents Text">
            <a:extLst>
              <a:ext uri="{FF2B5EF4-FFF2-40B4-BE49-F238E27FC236}">
                <a16:creationId xmlns:a16="http://schemas.microsoft.com/office/drawing/2014/main" id="{F1503F46-4C4B-CFAA-EA58-7748CD3CDCCD}"/>
              </a:ext>
            </a:extLst>
          </p:cNvPr>
          <p:cNvSpPr>
            <a:spLocks noGrp="1"/>
          </p:cNvSpPr>
          <p:nvPr>
            <p:ph type="body" sz="quarter" idx="23"/>
          </p:nvPr>
        </p:nvSpPr>
        <p:spPr>
          <a:xfrm>
            <a:off x="480000" y="1989000"/>
            <a:ext cx="4896000" cy="4212000"/>
          </a:xfrm>
          <a:prstGeom prst="rect">
            <a:avLst/>
          </a:prstGeom>
        </p:spPr>
        <p:txBody>
          <a:bodyPr>
            <a:normAutofit/>
          </a:bodyPr>
          <a:lstStyle>
            <a:lvl1pPr marL="360000" indent="-360000">
              <a:lnSpc>
                <a:spcPct val="130000"/>
              </a:lnSpc>
              <a:spcBef>
                <a:spcPts val="1000"/>
              </a:spcBef>
              <a:buFont typeface="+mj-lt"/>
              <a:buAutoNum type="arabicPeriod"/>
              <a:defRPr sz="1400">
                <a:solidFill>
                  <a:srgbClr val="000000"/>
                </a:solidFill>
              </a:defRPr>
            </a:lvl1pPr>
            <a:lvl2pPr marL="914400" indent="-457200">
              <a:lnSpc>
                <a:spcPct val="100000"/>
              </a:lnSpc>
              <a:buFont typeface="+mj-lt"/>
              <a:buAutoNum type="arabicPeriod"/>
              <a:defRPr/>
            </a:lvl2pPr>
            <a:lvl3pPr marL="1371600" indent="-457200">
              <a:lnSpc>
                <a:spcPct val="100000"/>
              </a:lnSpc>
              <a:buFont typeface="+mj-lt"/>
              <a:buAutoNum type="arabicPeriod"/>
              <a:defRPr/>
            </a:lvl3pPr>
            <a:lvl4pPr marL="1714500" indent="-342900">
              <a:lnSpc>
                <a:spcPct val="100000"/>
              </a:lnSpc>
              <a:buFont typeface="+mj-lt"/>
              <a:buAutoNum type="arabicPeriod"/>
              <a:defRPr/>
            </a:lvl4pPr>
            <a:lvl5pPr marL="2171700" indent="-342900">
              <a:lnSpc>
                <a:spcPct val="100000"/>
              </a:lnSpc>
              <a:buFont typeface="+mj-lt"/>
              <a:buAutoNum type="arabicPeriod"/>
              <a:defRPr/>
            </a:lvl5pPr>
          </a:lstStyle>
          <a:p>
            <a:pPr lvl="0"/>
            <a:r>
              <a:rPr kumimoji="1" lang="ja-JP" altLang="en-US" dirty="0"/>
              <a:t>マスター テキストの書式設定</a:t>
            </a:r>
          </a:p>
        </p:txBody>
      </p:sp>
      <p:sp>
        <p:nvSpPr>
          <p:cNvPr id="6" name="Confidentiality Level">
            <a:extLst>
              <a:ext uri="{FF2B5EF4-FFF2-40B4-BE49-F238E27FC236}">
                <a16:creationId xmlns:a16="http://schemas.microsoft.com/office/drawing/2014/main" id="{E20BE04E-4754-84DE-B0CC-5F7D67BF7EB4}"/>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2" name="Title">
            <a:extLst>
              <a:ext uri="{FF2B5EF4-FFF2-40B4-BE49-F238E27FC236}">
                <a16:creationId xmlns:a16="http://schemas.microsoft.com/office/drawing/2014/main" id="{2811EA42-7DCD-2539-16CC-5069234CE2F2}"/>
              </a:ext>
            </a:extLst>
          </p:cNvPr>
          <p:cNvSpPr>
            <a:spLocks noGrp="1"/>
          </p:cNvSpPr>
          <p:nvPr>
            <p:ph type="title"/>
          </p:nvPr>
        </p:nvSpPr>
        <p:spPr>
          <a:xfrm>
            <a:off x="480000" y="441000"/>
            <a:ext cx="11232000" cy="565200"/>
          </a:xfrm>
        </p:spPr>
        <p:txBody>
          <a:bodyPr anchor="ctr" anchorCtr="0"/>
          <a:lstStyle/>
          <a:p>
            <a:r>
              <a:rPr kumimoji="1" lang="ja-JP" altLang="en-US" dirty="0"/>
              <a:t>マスター タイトルの書式設定</a:t>
            </a:r>
          </a:p>
        </p:txBody>
      </p:sp>
    </p:spTree>
    <p:extLst>
      <p:ext uri="{BB962C8B-B14F-4D97-AF65-F5344CB8AC3E}">
        <p14:creationId xmlns:p14="http://schemas.microsoft.com/office/powerpoint/2010/main" val="559469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6" name="Element Black Section Cover">
            <a:extLst>
              <a:ext uri="{FF2B5EF4-FFF2-40B4-BE49-F238E27FC236}">
                <a16:creationId xmlns:a16="http://schemas.microsoft.com/office/drawing/2014/main" id="{B86954D3-5C7C-DFF7-BE55-2747448978A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3568" r="13050"/>
          <a:stretch>
            <a:fillRect/>
          </a:stretch>
        </p:blipFill>
        <p:spPr>
          <a:xfrm rot="16200000" flipH="1">
            <a:off x="7914568" y="-2329572"/>
            <a:ext cx="1947864" cy="6607009"/>
          </a:xfrm>
          <a:prstGeom prst="rect">
            <a:avLst/>
          </a:prstGeom>
        </p:spPr>
      </p:pic>
      <p:sp>
        <p:nvSpPr>
          <p:cNvPr id="4" name="Slide Number">
            <a:extLst>
              <a:ext uri="{FF2B5EF4-FFF2-40B4-BE49-F238E27FC236}">
                <a16:creationId xmlns:a16="http://schemas.microsoft.com/office/drawing/2014/main" id="{01BDC6F6-F5FF-F987-9F82-276AD456056E}"/>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2" name="Date">
            <a:extLst>
              <a:ext uri="{FF2B5EF4-FFF2-40B4-BE49-F238E27FC236}">
                <a16:creationId xmlns:a16="http://schemas.microsoft.com/office/drawing/2014/main" id="{08F0820F-16F6-A894-7DD3-E38BFF5BEBD1}"/>
              </a:ext>
            </a:extLst>
          </p:cNvPr>
          <p:cNvSpPr>
            <a:spLocks noGrp="1"/>
          </p:cNvSpPr>
          <p:nvPr>
            <p:ph type="dt" sz="half" idx="10"/>
          </p:nvPr>
        </p:nvSpPr>
        <p:spPr/>
        <p:txBody>
          <a:bodyPr/>
          <a:lstStyle/>
          <a:p>
            <a:fld id="{E6E3014B-8F8C-4000-9FCE-D2C41D0A1309}" type="datetime1">
              <a:rPr kumimoji="1" lang="ja-JP" altLang="en-US" smtClean="0"/>
              <a:t>2026/3/31</a:t>
            </a:fld>
            <a:endParaRPr kumimoji="1" lang="ja-JP" altLang="en-US"/>
          </a:p>
        </p:txBody>
      </p:sp>
      <p:sp>
        <p:nvSpPr>
          <p:cNvPr id="3" name="Footer">
            <a:extLst>
              <a:ext uri="{FF2B5EF4-FFF2-40B4-BE49-F238E27FC236}">
                <a16:creationId xmlns:a16="http://schemas.microsoft.com/office/drawing/2014/main" id="{D993AA2F-1F21-D025-65D2-497604C1A8CF}"/>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a:p>
        </p:txBody>
      </p:sp>
      <p:sp>
        <p:nvSpPr>
          <p:cNvPr id="14" name="Contents Text">
            <a:extLst>
              <a:ext uri="{FF2B5EF4-FFF2-40B4-BE49-F238E27FC236}">
                <a16:creationId xmlns:a16="http://schemas.microsoft.com/office/drawing/2014/main" id="{74B1048C-889B-1B41-14FA-01A4DCB6EE4A}"/>
              </a:ext>
            </a:extLst>
          </p:cNvPr>
          <p:cNvSpPr>
            <a:spLocks noGrp="1"/>
          </p:cNvSpPr>
          <p:nvPr>
            <p:ph type="body" idx="1"/>
          </p:nvPr>
        </p:nvSpPr>
        <p:spPr>
          <a:xfrm>
            <a:off x="480000" y="5085000"/>
            <a:ext cx="11232000" cy="1116000"/>
          </a:xfrm>
        </p:spPr>
        <p:txBody>
          <a:bodyPr>
            <a:normAutofit/>
          </a:bodyPr>
          <a:lstStyle>
            <a:lvl1pPr marL="0" indent="0">
              <a:spcBef>
                <a:spcPts val="1000"/>
              </a:spcBef>
              <a:buNone/>
              <a:defRPr sz="1400">
                <a:solidFill>
                  <a:srgbClr val="0000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5" name="Confidentiality Level">
            <a:extLst>
              <a:ext uri="{FF2B5EF4-FFF2-40B4-BE49-F238E27FC236}">
                <a16:creationId xmlns:a16="http://schemas.microsoft.com/office/drawing/2014/main" id="{EFA7E7DD-4D8B-0FFA-0FAC-3F9412953DDF}"/>
              </a:ext>
            </a:extLst>
          </p:cNvPr>
          <p:cNvSpPr/>
          <p:nvPr userDrawn="1"/>
        </p:nvSpPr>
        <p:spPr>
          <a:xfrm>
            <a:off x="10995600" y="19890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13" name="Title">
            <a:extLst>
              <a:ext uri="{FF2B5EF4-FFF2-40B4-BE49-F238E27FC236}">
                <a16:creationId xmlns:a16="http://schemas.microsoft.com/office/drawing/2014/main" id="{D8DBBC3B-6213-CCD3-32D4-847DD234DBD8}"/>
              </a:ext>
            </a:extLst>
          </p:cNvPr>
          <p:cNvSpPr>
            <a:spLocks noGrp="1"/>
          </p:cNvSpPr>
          <p:nvPr>
            <p:ph type="title"/>
          </p:nvPr>
        </p:nvSpPr>
        <p:spPr>
          <a:xfrm>
            <a:off x="480000" y="1989000"/>
            <a:ext cx="11232000" cy="2664000"/>
          </a:xfrm>
        </p:spPr>
        <p:txBody>
          <a:bodyPr>
            <a:normAutofit/>
          </a:bodyPr>
          <a:lstStyle>
            <a:lvl1pPr>
              <a:defRPr sz="3600"/>
            </a:lvl1pPr>
          </a:lstStyle>
          <a:p>
            <a:r>
              <a:rPr kumimoji="1" lang="ja-JP" altLang="en-US" dirty="0"/>
              <a:t>マスター タイトルの書式設定</a:t>
            </a:r>
          </a:p>
        </p:txBody>
      </p:sp>
      <p:sp>
        <p:nvSpPr>
          <p:cNvPr id="11" name="Section Number">
            <a:extLst>
              <a:ext uri="{FF2B5EF4-FFF2-40B4-BE49-F238E27FC236}">
                <a16:creationId xmlns:a16="http://schemas.microsoft.com/office/drawing/2014/main" id="{4C426C0C-6F63-D8C4-1450-3660BD11F0F8}"/>
              </a:ext>
            </a:extLst>
          </p:cNvPr>
          <p:cNvSpPr>
            <a:spLocks noGrp="1"/>
          </p:cNvSpPr>
          <p:nvPr>
            <p:ph type="body" sz="quarter" idx="13" hasCustomPrompt="1"/>
          </p:nvPr>
        </p:nvSpPr>
        <p:spPr>
          <a:xfrm>
            <a:off x="480000" y="441000"/>
            <a:ext cx="5400000" cy="1116000"/>
          </a:xfrm>
        </p:spPr>
        <p:txBody>
          <a:bodyPr anchor="b" anchorCtr="0">
            <a:normAutofit/>
          </a:bodyPr>
          <a:lstStyle>
            <a:lvl1pPr marL="0" indent="0">
              <a:spcBef>
                <a:spcPts val="0"/>
              </a:spcBef>
              <a:buFontTx/>
              <a:buNone/>
              <a:defRPr sz="5400">
                <a:latin typeface="+mj-lt"/>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No.</a:t>
            </a:r>
            <a:endParaRPr kumimoji="1" lang="ja-JP" altLang="en-US" dirty="0"/>
          </a:p>
        </p:txBody>
      </p:sp>
    </p:spTree>
    <p:extLst>
      <p:ext uri="{BB962C8B-B14F-4D97-AF65-F5344CB8AC3E}">
        <p14:creationId xmlns:p14="http://schemas.microsoft.com/office/powerpoint/2010/main" val="1332765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2">
    <p:bg>
      <p:bgPr>
        <a:solidFill>
          <a:srgbClr val="E6E6E6"/>
        </a:solidFill>
        <a:effectLst/>
      </p:bgPr>
    </p:bg>
    <p:spTree>
      <p:nvGrpSpPr>
        <p:cNvPr id="1" name=""/>
        <p:cNvGrpSpPr/>
        <p:nvPr/>
      </p:nvGrpSpPr>
      <p:grpSpPr>
        <a:xfrm>
          <a:off x="0" y="0"/>
          <a:ext cx="0" cy="0"/>
          <a:chOff x="0" y="0"/>
          <a:chExt cx="0" cy="0"/>
        </a:xfrm>
      </p:grpSpPr>
      <p:pic>
        <p:nvPicPr>
          <p:cNvPr id="9" name="Element Gray60">
            <a:extLst>
              <a:ext uri="{FF2B5EF4-FFF2-40B4-BE49-F238E27FC236}">
                <a16:creationId xmlns:a16="http://schemas.microsoft.com/office/drawing/2014/main" id="{39343BBD-A519-8904-2BE5-6AE108EE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3568" r="13050"/>
          <a:stretch>
            <a:fillRect/>
          </a:stretch>
        </p:blipFill>
        <p:spPr>
          <a:xfrm rot="16200000" flipH="1">
            <a:off x="7914568" y="-2329572"/>
            <a:ext cx="1947864" cy="6607009"/>
          </a:xfrm>
          <a:prstGeom prst="rect">
            <a:avLst/>
          </a:prstGeom>
        </p:spPr>
      </p:pic>
      <p:sp>
        <p:nvSpPr>
          <p:cNvPr id="4" name="Slide Number">
            <a:extLst>
              <a:ext uri="{FF2B5EF4-FFF2-40B4-BE49-F238E27FC236}">
                <a16:creationId xmlns:a16="http://schemas.microsoft.com/office/drawing/2014/main" id="{01BDC6F6-F5FF-F987-9F82-276AD456056E}"/>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2" name="Date">
            <a:extLst>
              <a:ext uri="{FF2B5EF4-FFF2-40B4-BE49-F238E27FC236}">
                <a16:creationId xmlns:a16="http://schemas.microsoft.com/office/drawing/2014/main" id="{08F0820F-16F6-A894-7DD3-E38BFF5BEBD1}"/>
              </a:ext>
            </a:extLst>
          </p:cNvPr>
          <p:cNvSpPr>
            <a:spLocks noGrp="1"/>
          </p:cNvSpPr>
          <p:nvPr>
            <p:ph type="dt" sz="half" idx="10"/>
          </p:nvPr>
        </p:nvSpPr>
        <p:spPr/>
        <p:txBody>
          <a:bodyPr/>
          <a:lstStyle/>
          <a:p>
            <a:fld id="{69CC9FAB-359A-41CD-B77B-D370EC34B8F2}" type="datetime1">
              <a:rPr kumimoji="1" lang="ja-JP" altLang="en-US" smtClean="0"/>
              <a:t>2026/3/31</a:t>
            </a:fld>
            <a:endParaRPr kumimoji="1" lang="ja-JP" altLang="en-US"/>
          </a:p>
        </p:txBody>
      </p:sp>
      <p:sp>
        <p:nvSpPr>
          <p:cNvPr id="3" name="Footer">
            <a:extLst>
              <a:ext uri="{FF2B5EF4-FFF2-40B4-BE49-F238E27FC236}">
                <a16:creationId xmlns:a16="http://schemas.microsoft.com/office/drawing/2014/main" id="{D993AA2F-1F21-D025-65D2-497604C1A8CF}"/>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dirty="0"/>
          </a:p>
        </p:txBody>
      </p:sp>
      <p:sp>
        <p:nvSpPr>
          <p:cNvPr id="6" name="Contents Text">
            <a:extLst>
              <a:ext uri="{FF2B5EF4-FFF2-40B4-BE49-F238E27FC236}">
                <a16:creationId xmlns:a16="http://schemas.microsoft.com/office/drawing/2014/main" id="{B62FCDC4-37AD-B499-ED9E-1A4936DE01EB}"/>
              </a:ext>
            </a:extLst>
          </p:cNvPr>
          <p:cNvSpPr>
            <a:spLocks noGrp="1"/>
          </p:cNvSpPr>
          <p:nvPr>
            <p:ph type="body" idx="1"/>
          </p:nvPr>
        </p:nvSpPr>
        <p:spPr>
          <a:xfrm>
            <a:off x="480000" y="5085000"/>
            <a:ext cx="11232000" cy="1116000"/>
          </a:xfrm>
        </p:spPr>
        <p:txBody>
          <a:bodyPr>
            <a:normAutofit/>
          </a:bodyPr>
          <a:lstStyle>
            <a:lvl1pPr marL="0" indent="0">
              <a:spcBef>
                <a:spcPts val="1000"/>
              </a:spcBef>
              <a:buNone/>
              <a:defRPr sz="1400">
                <a:solidFill>
                  <a:srgbClr val="0000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5" name="Confidentiality Level">
            <a:extLst>
              <a:ext uri="{FF2B5EF4-FFF2-40B4-BE49-F238E27FC236}">
                <a16:creationId xmlns:a16="http://schemas.microsoft.com/office/drawing/2014/main" id="{879D52A6-BADF-EC17-AFEE-0C8FAD61FF31}"/>
              </a:ext>
            </a:extLst>
          </p:cNvPr>
          <p:cNvSpPr/>
          <p:nvPr userDrawn="1"/>
        </p:nvSpPr>
        <p:spPr>
          <a:xfrm>
            <a:off x="10995600" y="19890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10" name="Title">
            <a:extLst>
              <a:ext uri="{FF2B5EF4-FFF2-40B4-BE49-F238E27FC236}">
                <a16:creationId xmlns:a16="http://schemas.microsoft.com/office/drawing/2014/main" id="{0F6FCA72-EBC6-7175-7C7F-1CC927BF611D}"/>
              </a:ext>
            </a:extLst>
          </p:cNvPr>
          <p:cNvSpPr>
            <a:spLocks noGrp="1"/>
          </p:cNvSpPr>
          <p:nvPr>
            <p:ph type="title"/>
          </p:nvPr>
        </p:nvSpPr>
        <p:spPr>
          <a:xfrm>
            <a:off x="480000" y="1989000"/>
            <a:ext cx="11232000" cy="2664000"/>
          </a:xfrm>
        </p:spPr>
        <p:txBody>
          <a:bodyPr>
            <a:normAutofit/>
          </a:bodyPr>
          <a:lstStyle>
            <a:lvl1pPr>
              <a:defRPr sz="3600"/>
            </a:lvl1pPr>
          </a:lstStyle>
          <a:p>
            <a:r>
              <a:rPr kumimoji="1" lang="ja-JP" altLang="en-US"/>
              <a:t>マスター タイトルの書式設定</a:t>
            </a:r>
          </a:p>
        </p:txBody>
      </p:sp>
      <p:sp>
        <p:nvSpPr>
          <p:cNvPr id="11" name="Section Number">
            <a:extLst>
              <a:ext uri="{FF2B5EF4-FFF2-40B4-BE49-F238E27FC236}">
                <a16:creationId xmlns:a16="http://schemas.microsoft.com/office/drawing/2014/main" id="{BF794D6B-0EEE-B8CD-C5CD-00146F5EE24A}"/>
              </a:ext>
            </a:extLst>
          </p:cNvPr>
          <p:cNvSpPr>
            <a:spLocks noGrp="1"/>
          </p:cNvSpPr>
          <p:nvPr>
            <p:ph type="body" sz="quarter" idx="13" hasCustomPrompt="1"/>
          </p:nvPr>
        </p:nvSpPr>
        <p:spPr>
          <a:xfrm>
            <a:off x="480000" y="441000"/>
            <a:ext cx="5400000" cy="1116000"/>
          </a:xfrm>
        </p:spPr>
        <p:txBody>
          <a:bodyPr anchor="b" anchorCtr="0">
            <a:normAutofit/>
          </a:bodyPr>
          <a:lstStyle>
            <a:lvl1pPr marL="0" indent="0">
              <a:spcBef>
                <a:spcPts val="0"/>
              </a:spcBef>
              <a:buFontTx/>
              <a:buNone/>
              <a:defRPr sz="5400">
                <a:latin typeface="+mj-lt"/>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No.</a:t>
            </a:r>
            <a:endParaRPr kumimoji="1" lang="ja-JP" altLang="en-US" dirty="0"/>
          </a:p>
        </p:txBody>
      </p:sp>
    </p:spTree>
    <p:extLst>
      <p:ext uri="{BB962C8B-B14F-4D97-AF65-F5344CB8AC3E}">
        <p14:creationId xmlns:p14="http://schemas.microsoft.com/office/powerpoint/2010/main" val="3695082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3">
    <p:bg>
      <p:bgPr>
        <a:solidFill>
          <a:srgbClr val="CCD7FF"/>
        </a:solidFill>
        <a:effectLst/>
      </p:bgPr>
    </p:bg>
    <p:spTree>
      <p:nvGrpSpPr>
        <p:cNvPr id="1" name=""/>
        <p:cNvGrpSpPr/>
        <p:nvPr/>
      </p:nvGrpSpPr>
      <p:grpSpPr>
        <a:xfrm>
          <a:off x="0" y="0"/>
          <a:ext cx="0" cy="0"/>
          <a:chOff x="0" y="0"/>
          <a:chExt cx="0" cy="0"/>
        </a:xfrm>
      </p:grpSpPr>
      <p:pic>
        <p:nvPicPr>
          <p:cNvPr id="6" name="Element Blue60">
            <a:extLst>
              <a:ext uri="{FF2B5EF4-FFF2-40B4-BE49-F238E27FC236}">
                <a16:creationId xmlns:a16="http://schemas.microsoft.com/office/drawing/2014/main" id="{0A4A854E-F152-22F1-7117-4D10D2D62B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3568" r="13050"/>
          <a:stretch>
            <a:fillRect/>
          </a:stretch>
        </p:blipFill>
        <p:spPr>
          <a:xfrm rot="16200000" flipH="1">
            <a:off x="7914568" y="-2329572"/>
            <a:ext cx="1947864" cy="6607009"/>
          </a:xfrm>
          <a:prstGeom prst="rect">
            <a:avLst/>
          </a:prstGeom>
        </p:spPr>
      </p:pic>
      <p:sp>
        <p:nvSpPr>
          <p:cNvPr id="4" name="Slide Number">
            <a:extLst>
              <a:ext uri="{FF2B5EF4-FFF2-40B4-BE49-F238E27FC236}">
                <a16:creationId xmlns:a16="http://schemas.microsoft.com/office/drawing/2014/main" id="{01BDC6F6-F5FF-F987-9F82-276AD456056E}"/>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2" name="Date">
            <a:extLst>
              <a:ext uri="{FF2B5EF4-FFF2-40B4-BE49-F238E27FC236}">
                <a16:creationId xmlns:a16="http://schemas.microsoft.com/office/drawing/2014/main" id="{08F0820F-16F6-A894-7DD3-E38BFF5BEBD1}"/>
              </a:ext>
            </a:extLst>
          </p:cNvPr>
          <p:cNvSpPr>
            <a:spLocks noGrp="1"/>
          </p:cNvSpPr>
          <p:nvPr>
            <p:ph type="dt" sz="half" idx="10"/>
          </p:nvPr>
        </p:nvSpPr>
        <p:spPr/>
        <p:txBody>
          <a:bodyPr/>
          <a:lstStyle/>
          <a:p>
            <a:fld id="{C081A8BE-B1E3-48A2-B8C8-26DBD4B33C8C}" type="datetime1">
              <a:rPr kumimoji="1" lang="ja-JP" altLang="en-US" smtClean="0"/>
              <a:t>2026/3/31</a:t>
            </a:fld>
            <a:endParaRPr kumimoji="1" lang="ja-JP" altLang="en-US"/>
          </a:p>
        </p:txBody>
      </p:sp>
      <p:sp>
        <p:nvSpPr>
          <p:cNvPr id="3" name="Footer">
            <a:extLst>
              <a:ext uri="{FF2B5EF4-FFF2-40B4-BE49-F238E27FC236}">
                <a16:creationId xmlns:a16="http://schemas.microsoft.com/office/drawing/2014/main" id="{D993AA2F-1F21-D025-65D2-497604C1A8CF}"/>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dirty="0"/>
          </a:p>
        </p:txBody>
      </p:sp>
      <p:sp>
        <p:nvSpPr>
          <p:cNvPr id="9" name="Contents Text">
            <a:extLst>
              <a:ext uri="{FF2B5EF4-FFF2-40B4-BE49-F238E27FC236}">
                <a16:creationId xmlns:a16="http://schemas.microsoft.com/office/drawing/2014/main" id="{242C5526-65C2-3843-E359-CE4BB1BA4C4D}"/>
              </a:ext>
            </a:extLst>
          </p:cNvPr>
          <p:cNvSpPr>
            <a:spLocks noGrp="1"/>
          </p:cNvSpPr>
          <p:nvPr>
            <p:ph type="body" idx="1"/>
          </p:nvPr>
        </p:nvSpPr>
        <p:spPr>
          <a:xfrm>
            <a:off x="480000" y="5085000"/>
            <a:ext cx="11232000" cy="1116000"/>
          </a:xfrm>
        </p:spPr>
        <p:txBody>
          <a:bodyPr>
            <a:normAutofit/>
          </a:bodyPr>
          <a:lstStyle>
            <a:lvl1pPr marL="0" indent="0">
              <a:spcBef>
                <a:spcPts val="1000"/>
              </a:spcBef>
              <a:buNone/>
              <a:defRPr sz="1400">
                <a:solidFill>
                  <a:srgbClr val="0000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5" name="Confidentiality Level">
            <a:extLst>
              <a:ext uri="{FF2B5EF4-FFF2-40B4-BE49-F238E27FC236}">
                <a16:creationId xmlns:a16="http://schemas.microsoft.com/office/drawing/2014/main" id="{678E22FE-349A-C61D-98F3-7DDA666F037F}"/>
              </a:ext>
            </a:extLst>
          </p:cNvPr>
          <p:cNvSpPr/>
          <p:nvPr userDrawn="1"/>
        </p:nvSpPr>
        <p:spPr>
          <a:xfrm>
            <a:off x="10995600" y="19890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10" name="Title">
            <a:extLst>
              <a:ext uri="{FF2B5EF4-FFF2-40B4-BE49-F238E27FC236}">
                <a16:creationId xmlns:a16="http://schemas.microsoft.com/office/drawing/2014/main" id="{689EABD1-1244-6A7C-1D4C-119D883541F3}"/>
              </a:ext>
            </a:extLst>
          </p:cNvPr>
          <p:cNvSpPr>
            <a:spLocks noGrp="1"/>
          </p:cNvSpPr>
          <p:nvPr>
            <p:ph type="title"/>
          </p:nvPr>
        </p:nvSpPr>
        <p:spPr>
          <a:xfrm>
            <a:off x="480000" y="1989000"/>
            <a:ext cx="11232000" cy="2664000"/>
          </a:xfrm>
        </p:spPr>
        <p:txBody>
          <a:bodyPr>
            <a:normAutofit/>
          </a:bodyPr>
          <a:lstStyle>
            <a:lvl1pPr>
              <a:defRPr sz="3600"/>
            </a:lvl1pPr>
          </a:lstStyle>
          <a:p>
            <a:r>
              <a:rPr kumimoji="1" lang="ja-JP" altLang="en-US" dirty="0"/>
              <a:t>マスター タイトルの書式設定</a:t>
            </a:r>
          </a:p>
        </p:txBody>
      </p:sp>
      <p:sp>
        <p:nvSpPr>
          <p:cNvPr id="11" name="Section Number">
            <a:extLst>
              <a:ext uri="{FF2B5EF4-FFF2-40B4-BE49-F238E27FC236}">
                <a16:creationId xmlns:a16="http://schemas.microsoft.com/office/drawing/2014/main" id="{94DC2DE4-14A1-3A85-45BE-E465308FE17B}"/>
              </a:ext>
            </a:extLst>
          </p:cNvPr>
          <p:cNvSpPr>
            <a:spLocks noGrp="1"/>
          </p:cNvSpPr>
          <p:nvPr>
            <p:ph type="body" sz="quarter" idx="13" hasCustomPrompt="1"/>
          </p:nvPr>
        </p:nvSpPr>
        <p:spPr>
          <a:xfrm>
            <a:off x="480000" y="441000"/>
            <a:ext cx="5400000" cy="1116000"/>
          </a:xfrm>
        </p:spPr>
        <p:txBody>
          <a:bodyPr anchor="b" anchorCtr="0">
            <a:normAutofit/>
          </a:bodyPr>
          <a:lstStyle>
            <a:lvl1pPr marL="0" indent="0">
              <a:spcBef>
                <a:spcPts val="0"/>
              </a:spcBef>
              <a:buFontTx/>
              <a:buNone/>
              <a:defRPr sz="5400">
                <a:latin typeface="+mj-lt"/>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No.</a:t>
            </a:r>
            <a:endParaRPr kumimoji="1" lang="ja-JP" altLang="en-US" dirty="0"/>
          </a:p>
        </p:txBody>
      </p:sp>
    </p:spTree>
    <p:extLst>
      <p:ext uri="{BB962C8B-B14F-4D97-AF65-F5344CB8AC3E}">
        <p14:creationId xmlns:p14="http://schemas.microsoft.com/office/powerpoint/2010/main" val="3051993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4">
    <p:bg>
      <p:bgPr>
        <a:solidFill>
          <a:srgbClr val="E8CEFC"/>
        </a:solidFill>
        <a:effectLst/>
      </p:bgPr>
    </p:bg>
    <p:spTree>
      <p:nvGrpSpPr>
        <p:cNvPr id="1" name=""/>
        <p:cNvGrpSpPr/>
        <p:nvPr/>
      </p:nvGrpSpPr>
      <p:grpSpPr>
        <a:xfrm>
          <a:off x="0" y="0"/>
          <a:ext cx="0" cy="0"/>
          <a:chOff x="0" y="0"/>
          <a:chExt cx="0" cy="0"/>
        </a:xfrm>
      </p:grpSpPr>
      <p:pic>
        <p:nvPicPr>
          <p:cNvPr id="9" name="Element Purple60">
            <a:extLst>
              <a:ext uri="{FF2B5EF4-FFF2-40B4-BE49-F238E27FC236}">
                <a16:creationId xmlns:a16="http://schemas.microsoft.com/office/drawing/2014/main" id="{53818C27-0639-9BCA-20D6-5EBC8C8DCCD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3568" r="13050"/>
          <a:stretch>
            <a:fillRect/>
          </a:stretch>
        </p:blipFill>
        <p:spPr>
          <a:xfrm rot="16200000" flipH="1">
            <a:off x="7914568" y="-2329572"/>
            <a:ext cx="1947864" cy="6607009"/>
          </a:xfrm>
          <a:prstGeom prst="rect">
            <a:avLst/>
          </a:prstGeom>
        </p:spPr>
      </p:pic>
      <p:sp>
        <p:nvSpPr>
          <p:cNvPr id="4" name="Slide Number">
            <a:extLst>
              <a:ext uri="{FF2B5EF4-FFF2-40B4-BE49-F238E27FC236}">
                <a16:creationId xmlns:a16="http://schemas.microsoft.com/office/drawing/2014/main" id="{01BDC6F6-F5FF-F987-9F82-276AD456056E}"/>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2" name="Date">
            <a:extLst>
              <a:ext uri="{FF2B5EF4-FFF2-40B4-BE49-F238E27FC236}">
                <a16:creationId xmlns:a16="http://schemas.microsoft.com/office/drawing/2014/main" id="{08F0820F-16F6-A894-7DD3-E38BFF5BEBD1}"/>
              </a:ext>
            </a:extLst>
          </p:cNvPr>
          <p:cNvSpPr>
            <a:spLocks noGrp="1"/>
          </p:cNvSpPr>
          <p:nvPr>
            <p:ph type="dt" sz="half" idx="10"/>
          </p:nvPr>
        </p:nvSpPr>
        <p:spPr/>
        <p:txBody>
          <a:bodyPr/>
          <a:lstStyle/>
          <a:p>
            <a:fld id="{F52ED8F5-8209-445A-94FD-573005FF5699}" type="datetime1">
              <a:rPr kumimoji="1" lang="ja-JP" altLang="en-US" smtClean="0"/>
              <a:t>2026/3/31</a:t>
            </a:fld>
            <a:endParaRPr kumimoji="1" lang="ja-JP" altLang="en-US"/>
          </a:p>
        </p:txBody>
      </p:sp>
      <p:sp>
        <p:nvSpPr>
          <p:cNvPr id="3" name="Footer">
            <a:extLst>
              <a:ext uri="{FF2B5EF4-FFF2-40B4-BE49-F238E27FC236}">
                <a16:creationId xmlns:a16="http://schemas.microsoft.com/office/drawing/2014/main" id="{D993AA2F-1F21-D025-65D2-497604C1A8CF}"/>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dirty="0"/>
          </a:p>
        </p:txBody>
      </p:sp>
      <p:sp>
        <p:nvSpPr>
          <p:cNvPr id="6" name="Contents Text">
            <a:extLst>
              <a:ext uri="{FF2B5EF4-FFF2-40B4-BE49-F238E27FC236}">
                <a16:creationId xmlns:a16="http://schemas.microsoft.com/office/drawing/2014/main" id="{37EB9C93-7D7E-398F-236A-76008C411333}"/>
              </a:ext>
            </a:extLst>
          </p:cNvPr>
          <p:cNvSpPr>
            <a:spLocks noGrp="1"/>
          </p:cNvSpPr>
          <p:nvPr>
            <p:ph type="body" idx="1"/>
          </p:nvPr>
        </p:nvSpPr>
        <p:spPr>
          <a:xfrm>
            <a:off x="480000" y="5085000"/>
            <a:ext cx="11232000" cy="1116000"/>
          </a:xfrm>
        </p:spPr>
        <p:txBody>
          <a:bodyPr>
            <a:normAutofit/>
          </a:bodyPr>
          <a:lstStyle>
            <a:lvl1pPr marL="0" indent="0">
              <a:spcBef>
                <a:spcPts val="1000"/>
              </a:spcBef>
              <a:buNone/>
              <a:defRPr sz="1400">
                <a:solidFill>
                  <a:srgbClr val="0000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5" name="Confidentiality Level">
            <a:extLst>
              <a:ext uri="{FF2B5EF4-FFF2-40B4-BE49-F238E27FC236}">
                <a16:creationId xmlns:a16="http://schemas.microsoft.com/office/drawing/2014/main" id="{24D2949A-A93C-0EFE-3BAA-56689E10DC68}"/>
              </a:ext>
            </a:extLst>
          </p:cNvPr>
          <p:cNvSpPr/>
          <p:nvPr userDrawn="1"/>
        </p:nvSpPr>
        <p:spPr>
          <a:xfrm>
            <a:off x="10995600" y="19890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10" name="Title">
            <a:extLst>
              <a:ext uri="{FF2B5EF4-FFF2-40B4-BE49-F238E27FC236}">
                <a16:creationId xmlns:a16="http://schemas.microsoft.com/office/drawing/2014/main" id="{F946EAB2-8C96-AA86-6871-0EFAD7593633}"/>
              </a:ext>
            </a:extLst>
          </p:cNvPr>
          <p:cNvSpPr>
            <a:spLocks noGrp="1"/>
          </p:cNvSpPr>
          <p:nvPr>
            <p:ph type="title"/>
          </p:nvPr>
        </p:nvSpPr>
        <p:spPr>
          <a:xfrm>
            <a:off x="480000" y="1989000"/>
            <a:ext cx="11232000" cy="2664000"/>
          </a:xfrm>
        </p:spPr>
        <p:txBody>
          <a:bodyPr>
            <a:normAutofit/>
          </a:bodyPr>
          <a:lstStyle>
            <a:lvl1pPr>
              <a:defRPr sz="3600"/>
            </a:lvl1pPr>
          </a:lstStyle>
          <a:p>
            <a:r>
              <a:rPr kumimoji="1" lang="ja-JP" altLang="en-US"/>
              <a:t>マスター タイトルの書式設定</a:t>
            </a:r>
          </a:p>
        </p:txBody>
      </p:sp>
      <p:sp>
        <p:nvSpPr>
          <p:cNvPr id="11" name="Section Number">
            <a:extLst>
              <a:ext uri="{FF2B5EF4-FFF2-40B4-BE49-F238E27FC236}">
                <a16:creationId xmlns:a16="http://schemas.microsoft.com/office/drawing/2014/main" id="{E5B9E892-A4DA-3B25-90CD-F0EC7B46A961}"/>
              </a:ext>
            </a:extLst>
          </p:cNvPr>
          <p:cNvSpPr>
            <a:spLocks noGrp="1"/>
          </p:cNvSpPr>
          <p:nvPr>
            <p:ph type="body" sz="quarter" idx="13" hasCustomPrompt="1"/>
          </p:nvPr>
        </p:nvSpPr>
        <p:spPr>
          <a:xfrm>
            <a:off x="480000" y="441000"/>
            <a:ext cx="5400000" cy="1116000"/>
          </a:xfrm>
        </p:spPr>
        <p:txBody>
          <a:bodyPr anchor="b" anchorCtr="0">
            <a:normAutofit/>
          </a:bodyPr>
          <a:lstStyle>
            <a:lvl1pPr marL="0" indent="0">
              <a:spcBef>
                <a:spcPts val="0"/>
              </a:spcBef>
              <a:buFontTx/>
              <a:buNone/>
              <a:defRPr sz="5400">
                <a:latin typeface="+mj-lt"/>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No.</a:t>
            </a:r>
            <a:endParaRPr kumimoji="1" lang="ja-JP" altLang="en-US" dirty="0"/>
          </a:p>
        </p:txBody>
      </p:sp>
    </p:spTree>
    <p:extLst>
      <p:ext uri="{BB962C8B-B14F-4D97-AF65-F5344CB8AC3E}">
        <p14:creationId xmlns:p14="http://schemas.microsoft.com/office/powerpoint/2010/main" val="14045618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5">
    <p:bg>
      <p:bgPr>
        <a:solidFill>
          <a:srgbClr val="CCF7E1"/>
        </a:solidFill>
        <a:effectLst/>
      </p:bgPr>
    </p:bg>
    <p:spTree>
      <p:nvGrpSpPr>
        <p:cNvPr id="1" name=""/>
        <p:cNvGrpSpPr/>
        <p:nvPr/>
      </p:nvGrpSpPr>
      <p:grpSpPr>
        <a:xfrm>
          <a:off x="0" y="0"/>
          <a:ext cx="0" cy="0"/>
          <a:chOff x="0" y="0"/>
          <a:chExt cx="0" cy="0"/>
        </a:xfrm>
      </p:grpSpPr>
      <p:pic>
        <p:nvPicPr>
          <p:cNvPr id="6" name="Element Green60">
            <a:extLst>
              <a:ext uri="{FF2B5EF4-FFF2-40B4-BE49-F238E27FC236}">
                <a16:creationId xmlns:a16="http://schemas.microsoft.com/office/drawing/2014/main" id="{4D0692D1-7DFA-CD6A-5FF6-BD90ADAC65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3568" r="13050"/>
          <a:stretch>
            <a:fillRect/>
          </a:stretch>
        </p:blipFill>
        <p:spPr>
          <a:xfrm rot="16200000" flipH="1">
            <a:off x="7914568" y="-2329572"/>
            <a:ext cx="1947864" cy="6607009"/>
          </a:xfrm>
          <a:prstGeom prst="rect">
            <a:avLst/>
          </a:prstGeom>
        </p:spPr>
      </p:pic>
      <p:sp>
        <p:nvSpPr>
          <p:cNvPr id="4" name="Slide Number">
            <a:extLst>
              <a:ext uri="{FF2B5EF4-FFF2-40B4-BE49-F238E27FC236}">
                <a16:creationId xmlns:a16="http://schemas.microsoft.com/office/drawing/2014/main" id="{01BDC6F6-F5FF-F987-9F82-276AD456056E}"/>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2" name="Date">
            <a:extLst>
              <a:ext uri="{FF2B5EF4-FFF2-40B4-BE49-F238E27FC236}">
                <a16:creationId xmlns:a16="http://schemas.microsoft.com/office/drawing/2014/main" id="{08F0820F-16F6-A894-7DD3-E38BFF5BEBD1}"/>
              </a:ext>
            </a:extLst>
          </p:cNvPr>
          <p:cNvSpPr>
            <a:spLocks noGrp="1"/>
          </p:cNvSpPr>
          <p:nvPr>
            <p:ph type="dt" sz="half" idx="10"/>
          </p:nvPr>
        </p:nvSpPr>
        <p:spPr/>
        <p:txBody>
          <a:bodyPr/>
          <a:lstStyle/>
          <a:p>
            <a:fld id="{A1B827DC-A710-49A7-9A13-0792A14D9B83}" type="datetime1">
              <a:rPr kumimoji="1" lang="ja-JP" altLang="en-US" smtClean="0"/>
              <a:t>2026/3/31</a:t>
            </a:fld>
            <a:endParaRPr kumimoji="1" lang="ja-JP" altLang="en-US"/>
          </a:p>
        </p:txBody>
      </p:sp>
      <p:sp>
        <p:nvSpPr>
          <p:cNvPr id="3" name="Footer">
            <a:extLst>
              <a:ext uri="{FF2B5EF4-FFF2-40B4-BE49-F238E27FC236}">
                <a16:creationId xmlns:a16="http://schemas.microsoft.com/office/drawing/2014/main" id="{D993AA2F-1F21-D025-65D2-497604C1A8CF}"/>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dirty="0"/>
          </a:p>
        </p:txBody>
      </p:sp>
      <p:sp>
        <p:nvSpPr>
          <p:cNvPr id="9" name="Contents Text">
            <a:extLst>
              <a:ext uri="{FF2B5EF4-FFF2-40B4-BE49-F238E27FC236}">
                <a16:creationId xmlns:a16="http://schemas.microsoft.com/office/drawing/2014/main" id="{9FBBD5E2-A8DD-94F3-C920-3EC69176FBBA}"/>
              </a:ext>
            </a:extLst>
          </p:cNvPr>
          <p:cNvSpPr>
            <a:spLocks noGrp="1"/>
          </p:cNvSpPr>
          <p:nvPr>
            <p:ph type="body" idx="1"/>
          </p:nvPr>
        </p:nvSpPr>
        <p:spPr>
          <a:xfrm>
            <a:off x="480000" y="5085000"/>
            <a:ext cx="11232000" cy="1116000"/>
          </a:xfrm>
        </p:spPr>
        <p:txBody>
          <a:bodyPr>
            <a:normAutofit/>
          </a:bodyPr>
          <a:lstStyle>
            <a:lvl1pPr marL="0" indent="0">
              <a:spcBef>
                <a:spcPts val="1000"/>
              </a:spcBef>
              <a:buNone/>
              <a:defRPr sz="1400">
                <a:solidFill>
                  <a:srgbClr val="0000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5" name="Confidentiality Level">
            <a:extLst>
              <a:ext uri="{FF2B5EF4-FFF2-40B4-BE49-F238E27FC236}">
                <a16:creationId xmlns:a16="http://schemas.microsoft.com/office/drawing/2014/main" id="{235830CF-A73C-64E5-C930-D3854FFD2CC2}"/>
              </a:ext>
            </a:extLst>
          </p:cNvPr>
          <p:cNvSpPr/>
          <p:nvPr userDrawn="1"/>
        </p:nvSpPr>
        <p:spPr>
          <a:xfrm>
            <a:off x="10995600" y="19890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10" name="Title">
            <a:extLst>
              <a:ext uri="{FF2B5EF4-FFF2-40B4-BE49-F238E27FC236}">
                <a16:creationId xmlns:a16="http://schemas.microsoft.com/office/drawing/2014/main" id="{1ABDB55D-9429-A893-8ECC-1B83DF96F4E1}"/>
              </a:ext>
            </a:extLst>
          </p:cNvPr>
          <p:cNvSpPr>
            <a:spLocks noGrp="1"/>
          </p:cNvSpPr>
          <p:nvPr>
            <p:ph type="title"/>
          </p:nvPr>
        </p:nvSpPr>
        <p:spPr>
          <a:xfrm>
            <a:off x="480000" y="1989000"/>
            <a:ext cx="11232000" cy="2664000"/>
          </a:xfrm>
        </p:spPr>
        <p:txBody>
          <a:bodyPr>
            <a:normAutofit/>
          </a:bodyPr>
          <a:lstStyle>
            <a:lvl1pPr>
              <a:defRPr sz="3600"/>
            </a:lvl1pPr>
          </a:lstStyle>
          <a:p>
            <a:r>
              <a:rPr kumimoji="1" lang="ja-JP" altLang="en-US"/>
              <a:t>マスター タイトルの書式設定</a:t>
            </a:r>
          </a:p>
        </p:txBody>
      </p:sp>
      <p:sp>
        <p:nvSpPr>
          <p:cNvPr id="11" name="Section Number">
            <a:extLst>
              <a:ext uri="{FF2B5EF4-FFF2-40B4-BE49-F238E27FC236}">
                <a16:creationId xmlns:a16="http://schemas.microsoft.com/office/drawing/2014/main" id="{78C4D955-0CE7-DA5A-86B3-444BFA011D1C}"/>
              </a:ext>
            </a:extLst>
          </p:cNvPr>
          <p:cNvSpPr>
            <a:spLocks noGrp="1"/>
          </p:cNvSpPr>
          <p:nvPr>
            <p:ph type="body" sz="quarter" idx="13" hasCustomPrompt="1"/>
          </p:nvPr>
        </p:nvSpPr>
        <p:spPr>
          <a:xfrm>
            <a:off x="480000" y="441000"/>
            <a:ext cx="5400000" cy="1116000"/>
          </a:xfrm>
        </p:spPr>
        <p:txBody>
          <a:bodyPr anchor="b" anchorCtr="0">
            <a:normAutofit/>
          </a:bodyPr>
          <a:lstStyle>
            <a:lvl1pPr marL="0" indent="0">
              <a:spcBef>
                <a:spcPts val="0"/>
              </a:spcBef>
              <a:buFontTx/>
              <a:buNone/>
              <a:defRPr sz="5400">
                <a:latin typeface="+mj-lt"/>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No.</a:t>
            </a:r>
            <a:endParaRPr kumimoji="1" lang="ja-JP" altLang="en-US" dirty="0"/>
          </a:p>
        </p:txBody>
      </p:sp>
    </p:spTree>
    <p:extLst>
      <p:ext uri="{BB962C8B-B14F-4D97-AF65-F5344CB8AC3E}">
        <p14:creationId xmlns:p14="http://schemas.microsoft.com/office/powerpoint/2010/main" val="15915293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6">
    <p:bg>
      <p:bgPr>
        <a:solidFill>
          <a:srgbClr val="FFF8BA"/>
        </a:solidFill>
        <a:effectLst/>
      </p:bgPr>
    </p:bg>
    <p:spTree>
      <p:nvGrpSpPr>
        <p:cNvPr id="1" name=""/>
        <p:cNvGrpSpPr/>
        <p:nvPr/>
      </p:nvGrpSpPr>
      <p:grpSpPr>
        <a:xfrm>
          <a:off x="0" y="0"/>
          <a:ext cx="0" cy="0"/>
          <a:chOff x="0" y="0"/>
          <a:chExt cx="0" cy="0"/>
        </a:xfrm>
      </p:grpSpPr>
      <p:pic>
        <p:nvPicPr>
          <p:cNvPr id="9" name="Element Yellow60">
            <a:extLst>
              <a:ext uri="{FF2B5EF4-FFF2-40B4-BE49-F238E27FC236}">
                <a16:creationId xmlns:a16="http://schemas.microsoft.com/office/drawing/2014/main" id="{033455CA-9E6E-CC28-EF39-EE695EBB2CF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3568" r="13050"/>
          <a:stretch>
            <a:fillRect/>
          </a:stretch>
        </p:blipFill>
        <p:spPr>
          <a:xfrm rot="16200000" flipH="1">
            <a:off x="7914568" y="-2329572"/>
            <a:ext cx="1947864" cy="6607009"/>
          </a:xfrm>
          <a:prstGeom prst="rect">
            <a:avLst/>
          </a:prstGeom>
        </p:spPr>
      </p:pic>
      <p:sp>
        <p:nvSpPr>
          <p:cNvPr id="4" name="Slide Number">
            <a:extLst>
              <a:ext uri="{FF2B5EF4-FFF2-40B4-BE49-F238E27FC236}">
                <a16:creationId xmlns:a16="http://schemas.microsoft.com/office/drawing/2014/main" id="{01BDC6F6-F5FF-F987-9F82-276AD456056E}"/>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2" name="Date">
            <a:extLst>
              <a:ext uri="{FF2B5EF4-FFF2-40B4-BE49-F238E27FC236}">
                <a16:creationId xmlns:a16="http://schemas.microsoft.com/office/drawing/2014/main" id="{08F0820F-16F6-A894-7DD3-E38BFF5BEBD1}"/>
              </a:ext>
            </a:extLst>
          </p:cNvPr>
          <p:cNvSpPr>
            <a:spLocks noGrp="1"/>
          </p:cNvSpPr>
          <p:nvPr>
            <p:ph type="dt" sz="half" idx="10"/>
          </p:nvPr>
        </p:nvSpPr>
        <p:spPr/>
        <p:txBody>
          <a:bodyPr/>
          <a:lstStyle/>
          <a:p>
            <a:fld id="{4EC7347E-CDCA-4F7F-8102-FC23A47D14AD}" type="datetime1">
              <a:rPr kumimoji="1" lang="ja-JP" altLang="en-US" smtClean="0"/>
              <a:t>2026/3/31</a:t>
            </a:fld>
            <a:endParaRPr kumimoji="1" lang="ja-JP" altLang="en-US"/>
          </a:p>
        </p:txBody>
      </p:sp>
      <p:sp>
        <p:nvSpPr>
          <p:cNvPr id="3" name="Footer">
            <a:extLst>
              <a:ext uri="{FF2B5EF4-FFF2-40B4-BE49-F238E27FC236}">
                <a16:creationId xmlns:a16="http://schemas.microsoft.com/office/drawing/2014/main" id="{D993AA2F-1F21-D025-65D2-497604C1A8CF}"/>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dirty="0"/>
          </a:p>
        </p:txBody>
      </p:sp>
      <p:sp>
        <p:nvSpPr>
          <p:cNvPr id="6" name="Contents Text">
            <a:extLst>
              <a:ext uri="{FF2B5EF4-FFF2-40B4-BE49-F238E27FC236}">
                <a16:creationId xmlns:a16="http://schemas.microsoft.com/office/drawing/2014/main" id="{F270A12A-D0ED-C2AF-A156-E63E7E40DBF5}"/>
              </a:ext>
            </a:extLst>
          </p:cNvPr>
          <p:cNvSpPr>
            <a:spLocks noGrp="1"/>
          </p:cNvSpPr>
          <p:nvPr>
            <p:ph type="body" idx="1"/>
          </p:nvPr>
        </p:nvSpPr>
        <p:spPr>
          <a:xfrm>
            <a:off x="480000" y="5085000"/>
            <a:ext cx="11232000" cy="1116000"/>
          </a:xfrm>
        </p:spPr>
        <p:txBody>
          <a:bodyPr>
            <a:normAutofit/>
          </a:bodyPr>
          <a:lstStyle>
            <a:lvl1pPr marL="0" indent="0">
              <a:spcBef>
                <a:spcPts val="1000"/>
              </a:spcBef>
              <a:buNone/>
              <a:defRPr sz="1400">
                <a:solidFill>
                  <a:srgbClr val="0000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5" name="Confidentiality Level">
            <a:extLst>
              <a:ext uri="{FF2B5EF4-FFF2-40B4-BE49-F238E27FC236}">
                <a16:creationId xmlns:a16="http://schemas.microsoft.com/office/drawing/2014/main" id="{50113BF9-91D7-F01E-485C-35546B5FEE4C}"/>
              </a:ext>
            </a:extLst>
          </p:cNvPr>
          <p:cNvSpPr/>
          <p:nvPr userDrawn="1"/>
        </p:nvSpPr>
        <p:spPr>
          <a:xfrm>
            <a:off x="10995600" y="19890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10" name="Title">
            <a:extLst>
              <a:ext uri="{FF2B5EF4-FFF2-40B4-BE49-F238E27FC236}">
                <a16:creationId xmlns:a16="http://schemas.microsoft.com/office/drawing/2014/main" id="{75C15B04-195B-7695-5224-C83A3F39F5AE}"/>
              </a:ext>
            </a:extLst>
          </p:cNvPr>
          <p:cNvSpPr>
            <a:spLocks noGrp="1"/>
          </p:cNvSpPr>
          <p:nvPr>
            <p:ph type="title"/>
          </p:nvPr>
        </p:nvSpPr>
        <p:spPr>
          <a:xfrm>
            <a:off x="480000" y="1989000"/>
            <a:ext cx="11232000" cy="2664000"/>
          </a:xfrm>
        </p:spPr>
        <p:txBody>
          <a:bodyPr>
            <a:normAutofit/>
          </a:bodyPr>
          <a:lstStyle>
            <a:lvl1pPr>
              <a:defRPr sz="3600"/>
            </a:lvl1pPr>
          </a:lstStyle>
          <a:p>
            <a:r>
              <a:rPr kumimoji="1" lang="ja-JP" altLang="en-US"/>
              <a:t>マスター タイトルの書式設定</a:t>
            </a:r>
          </a:p>
        </p:txBody>
      </p:sp>
      <p:sp>
        <p:nvSpPr>
          <p:cNvPr id="11" name="Section Number">
            <a:extLst>
              <a:ext uri="{FF2B5EF4-FFF2-40B4-BE49-F238E27FC236}">
                <a16:creationId xmlns:a16="http://schemas.microsoft.com/office/drawing/2014/main" id="{34DBFA0B-65CB-96B0-A62B-43047A46B7F5}"/>
              </a:ext>
            </a:extLst>
          </p:cNvPr>
          <p:cNvSpPr>
            <a:spLocks noGrp="1"/>
          </p:cNvSpPr>
          <p:nvPr>
            <p:ph type="body" sz="quarter" idx="13" hasCustomPrompt="1"/>
          </p:nvPr>
        </p:nvSpPr>
        <p:spPr>
          <a:xfrm>
            <a:off x="480000" y="441000"/>
            <a:ext cx="5400000" cy="1116000"/>
          </a:xfrm>
        </p:spPr>
        <p:txBody>
          <a:bodyPr anchor="b" anchorCtr="0">
            <a:normAutofit/>
          </a:bodyPr>
          <a:lstStyle>
            <a:lvl1pPr marL="0" indent="0">
              <a:spcBef>
                <a:spcPts val="0"/>
              </a:spcBef>
              <a:buFontTx/>
              <a:buNone/>
              <a:defRPr sz="5400">
                <a:latin typeface="+mj-lt"/>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No.</a:t>
            </a:r>
            <a:endParaRPr kumimoji="1" lang="ja-JP" altLang="en-US" dirty="0"/>
          </a:p>
        </p:txBody>
      </p:sp>
    </p:spTree>
    <p:extLst>
      <p:ext uri="{BB962C8B-B14F-4D97-AF65-F5344CB8AC3E}">
        <p14:creationId xmlns:p14="http://schemas.microsoft.com/office/powerpoint/2010/main" val="24832893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_1">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01BDC6F6-F5FF-F987-9F82-276AD456056E}"/>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2" name="Date">
            <a:extLst>
              <a:ext uri="{FF2B5EF4-FFF2-40B4-BE49-F238E27FC236}">
                <a16:creationId xmlns:a16="http://schemas.microsoft.com/office/drawing/2014/main" id="{08F0820F-16F6-A894-7DD3-E38BFF5BEBD1}"/>
              </a:ext>
            </a:extLst>
          </p:cNvPr>
          <p:cNvSpPr>
            <a:spLocks noGrp="1"/>
          </p:cNvSpPr>
          <p:nvPr>
            <p:ph type="dt" sz="half" idx="10"/>
          </p:nvPr>
        </p:nvSpPr>
        <p:spPr/>
        <p:txBody>
          <a:bodyPr/>
          <a:lstStyle/>
          <a:p>
            <a:fld id="{3617260A-BCB2-44B2-A9D1-3E611E2C42CC}" type="datetime1">
              <a:rPr kumimoji="1" lang="ja-JP" altLang="en-US" smtClean="0"/>
              <a:t>2026/3/31</a:t>
            </a:fld>
            <a:endParaRPr kumimoji="1" lang="ja-JP" altLang="en-US"/>
          </a:p>
        </p:txBody>
      </p:sp>
      <p:sp>
        <p:nvSpPr>
          <p:cNvPr id="3" name="Footer">
            <a:extLst>
              <a:ext uri="{FF2B5EF4-FFF2-40B4-BE49-F238E27FC236}">
                <a16:creationId xmlns:a16="http://schemas.microsoft.com/office/drawing/2014/main" id="{D993AA2F-1F21-D025-65D2-497604C1A8CF}"/>
              </a:ext>
            </a:extLst>
          </p:cNvPr>
          <p:cNvSpPr>
            <a:spLocks noGrp="1"/>
          </p:cNvSpPr>
          <p:nvPr>
            <p:ph type="ftr" sz="quarter" idx="11"/>
          </p:nvPr>
        </p:nvSpPr>
        <p:spPr>
          <a:xfrm>
            <a:off x="1458000" y="6396351"/>
            <a:ext cx="413575" cy="138499"/>
          </a:xfrm>
          <a:prstGeom prst="rect">
            <a:avLst/>
          </a:prstGeom>
        </p:spPr>
        <p:txBody>
          <a:bodyPr/>
          <a:lstStyle/>
          <a:p>
            <a:endParaRPr kumimoji="1" lang="ja-JP" altLang="en-US"/>
          </a:p>
        </p:txBody>
      </p:sp>
      <p:sp>
        <p:nvSpPr>
          <p:cNvPr id="5" name="Confidentiality Level">
            <a:extLst>
              <a:ext uri="{FF2B5EF4-FFF2-40B4-BE49-F238E27FC236}">
                <a16:creationId xmlns:a16="http://schemas.microsoft.com/office/drawing/2014/main" id="{AA5D624F-D50D-9A6C-20C1-69B8DF60C81B}"/>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Tree>
    <p:extLst>
      <p:ext uri="{BB962C8B-B14F-4D97-AF65-F5344CB8AC3E}">
        <p14:creationId xmlns:p14="http://schemas.microsoft.com/office/powerpoint/2010/main" val="3233067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エンディング_1">
    <p:spTree>
      <p:nvGrpSpPr>
        <p:cNvPr id="1" name=""/>
        <p:cNvGrpSpPr/>
        <p:nvPr/>
      </p:nvGrpSpPr>
      <p:grpSpPr>
        <a:xfrm>
          <a:off x="0" y="0"/>
          <a:ext cx="0" cy="0"/>
          <a:chOff x="0" y="0"/>
          <a:chExt cx="0" cy="0"/>
        </a:xfrm>
      </p:grpSpPr>
      <p:grpSp>
        <p:nvGrpSpPr>
          <p:cNvPr id="123" name="Color Sample">
            <a:extLst>
              <a:ext uri="{FF2B5EF4-FFF2-40B4-BE49-F238E27FC236}">
                <a16:creationId xmlns:a16="http://schemas.microsoft.com/office/drawing/2014/main" id="{E4404D93-5E87-26FB-29D1-2E3CB71FBF10}"/>
              </a:ext>
              <a:ext uri="{C183D7F6-B498-43B3-948B-1728B52AA6E4}">
                <adec:decorative xmlns:adec="http://schemas.microsoft.com/office/drawing/2017/decorative" val="1"/>
              </a:ext>
            </a:extLst>
          </p:cNvPr>
          <p:cNvGrpSpPr/>
          <p:nvPr userDrawn="1"/>
        </p:nvGrpSpPr>
        <p:grpSpPr>
          <a:xfrm>
            <a:off x="12380400" y="55979"/>
            <a:ext cx="737382" cy="6802021"/>
            <a:chOff x="12380400" y="55979"/>
            <a:chExt cx="737382" cy="6802021"/>
          </a:xfrm>
        </p:grpSpPr>
        <p:grpSp>
          <p:nvGrpSpPr>
            <p:cNvPr id="124" name="Functional Color">
              <a:extLst>
                <a:ext uri="{FF2B5EF4-FFF2-40B4-BE49-F238E27FC236}">
                  <a16:creationId xmlns:a16="http://schemas.microsoft.com/office/drawing/2014/main" id="{764F6169-7B51-44F9-F321-8508F918C4F2}"/>
                </a:ext>
              </a:extLst>
            </p:cNvPr>
            <p:cNvGrpSpPr/>
            <p:nvPr userDrawn="1"/>
          </p:nvGrpSpPr>
          <p:grpSpPr>
            <a:xfrm>
              <a:off x="12380400" y="5040945"/>
              <a:ext cx="737382" cy="1817055"/>
              <a:chOff x="12938528" y="5040945"/>
              <a:chExt cx="737382" cy="1817055"/>
            </a:xfrm>
          </p:grpSpPr>
          <p:grpSp>
            <p:nvGrpSpPr>
              <p:cNvPr id="175" name="Orange">
                <a:extLst>
                  <a:ext uri="{FF2B5EF4-FFF2-40B4-BE49-F238E27FC236}">
                    <a16:creationId xmlns:a16="http://schemas.microsoft.com/office/drawing/2014/main" id="{34811D06-7ADF-72A0-2F61-9ECB6E227E68}"/>
                  </a:ext>
                </a:extLst>
              </p:cNvPr>
              <p:cNvGrpSpPr/>
              <p:nvPr userDrawn="1"/>
            </p:nvGrpSpPr>
            <p:grpSpPr>
              <a:xfrm>
                <a:off x="13486734" y="5420073"/>
                <a:ext cx="186260" cy="1437927"/>
                <a:chOff x="0" y="0"/>
                <a:chExt cx="720000" cy="1800000"/>
              </a:xfrm>
            </p:grpSpPr>
            <p:sp>
              <p:nvSpPr>
                <p:cNvPr id="195" name="Orange 100">
                  <a:extLst>
                    <a:ext uri="{FF2B5EF4-FFF2-40B4-BE49-F238E27FC236}">
                      <a16:creationId xmlns:a16="http://schemas.microsoft.com/office/drawing/2014/main" id="{5092D402-D2B3-5655-79A1-61AD2D9C4F6E}"/>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4020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6" name="Orange 80">
                  <a:extLst>
                    <a:ext uri="{FF2B5EF4-FFF2-40B4-BE49-F238E27FC236}">
                      <a16:creationId xmlns:a16="http://schemas.microsoft.com/office/drawing/2014/main" id="{05F609F3-6993-5817-D8F8-9FD26BD71022}"/>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A54D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7" name="Orange 60">
                  <a:extLst>
                    <a:ext uri="{FF2B5EF4-FFF2-40B4-BE49-F238E27FC236}">
                      <a16:creationId xmlns:a16="http://schemas.microsoft.com/office/drawing/2014/main" id="{4EFBEBA5-4D34-3328-75E6-7E5B50930D85}"/>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47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8" name="Orange 40">
                  <a:extLst>
                    <a:ext uri="{FF2B5EF4-FFF2-40B4-BE49-F238E27FC236}">
                      <a16:creationId xmlns:a16="http://schemas.microsoft.com/office/drawing/2014/main" id="{4527E89A-41FD-BF94-0C54-72E915D1C17E}"/>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A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9" name="Orange 20">
                  <a:extLst>
                    <a:ext uri="{FF2B5EF4-FFF2-40B4-BE49-F238E27FC236}">
                      <a16:creationId xmlns:a16="http://schemas.microsoft.com/office/drawing/2014/main" id="{0BE243FE-2B92-4049-4B30-759416822A91}"/>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E4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6" name="Magenta">
                <a:extLst>
                  <a:ext uri="{FF2B5EF4-FFF2-40B4-BE49-F238E27FC236}">
                    <a16:creationId xmlns:a16="http://schemas.microsoft.com/office/drawing/2014/main" id="{5A40E238-B386-6FD5-A021-C01EE747678F}"/>
                  </a:ext>
                </a:extLst>
              </p:cNvPr>
              <p:cNvGrpSpPr/>
              <p:nvPr userDrawn="1"/>
            </p:nvGrpSpPr>
            <p:grpSpPr>
              <a:xfrm>
                <a:off x="13303370" y="5420073"/>
                <a:ext cx="186260" cy="1437927"/>
                <a:chOff x="0" y="0"/>
                <a:chExt cx="720000" cy="1800000"/>
              </a:xfrm>
            </p:grpSpPr>
            <p:sp>
              <p:nvSpPr>
                <p:cNvPr id="190" name="Magenta 100">
                  <a:extLst>
                    <a:ext uri="{FF2B5EF4-FFF2-40B4-BE49-F238E27FC236}">
                      <a16:creationId xmlns:a16="http://schemas.microsoft.com/office/drawing/2014/main" id="{8E8F1D3F-3865-F93A-A659-B1061E742991}"/>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3713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1" name="Magenta 80">
                  <a:extLst>
                    <a:ext uri="{FF2B5EF4-FFF2-40B4-BE49-F238E27FC236}">
                      <a16:creationId xmlns:a16="http://schemas.microsoft.com/office/drawing/2014/main" id="{B90FFEA9-676A-7471-D812-78731DF9518E}"/>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8E2C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2" name="Magenta 60">
                  <a:extLst>
                    <a:ext uri="{FF2B5EF4-FFF2-40B4-BE49-F238E27FC236}">
                      <a16:creationId xmlns:a16="http://schemas.microsoft.com/office/drawing/2014/main" id="{6BBAAF71-06F8-769B-8A0F-4A3809FD9C4A}"/>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D34D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3" name="Magenta 40">
                  <a:extLst>
                    <a:ext uri="{FF2B5EF4-FFF2-40B4-BE49-F238E27FC236}">
                      <a16:creationId xmlns:a16="http://schemas.microsoft.com/office/drawing/2014/main" id="{EE967370-7961-9A82-63E2-44394E70C7A0}"/>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79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4" name="Magenta 20">
                  <a:extLst>
                    <a:ext uri="{FF2B5EF4-FFF2-40B4-BE49-F238E27FC236}">
                      <a16:creationId xmlns:a16="http://schemas.microsoft.com/office/drawing/2014/main" id="{A6ED1E4A-F173-BB80-81A4-A145E6FE49D3}"/>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E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7" name="Teal">
                <a:extLst>
                  <a:ext uri="{FF2B5EF4-FFF2-40B4-BE49-F238E27FC236}">
                    <a16:creationId xmlns:a16="http://schemas.microsoft.com/office/drawing/2014/main" id="{E2B1B2DB-44C8-712B-63D3-4B27C5D50BB6}"/>
                  </a:ext>
                </a:extLst>
              </p:cNvPr>
              <p:cNvGrpSpPr/>
              <p:nvPr userDrawn="1"/>
            </p:nvGrpSpPr>
            <p:grpSpPr>
              <a:xfrm>
                <a:off x="13118915" y="5420073"/>
                <a:ext cx="186260" cy="1437927"/>
                <a:chOff x="-11724" y="0"/>
                <a:chExt cx="720000" cy="1800000"/>
              </a:xfrm>
            </p:grpSpPr>
            <p:sp>
              <p:nvSpPr>
                <p:cNvPr id="185" name="Teal 100">
                  <a:extLst>
                    <a:ext uri="{FF2B5EF4-FFF2-40B4-BE49-F238E27FC236}">
                      <a16:creationId xmlns:a16="http://schemas.microsoft.com/office/drawing/2014/main" id="{97D36159-34A2-A16A-6987-F063FD73A93D}"/>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03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 name="Teal 80">
                  <a:extLst>
                    <a:ext uri="{FF2B5EF4-FFF2-40B4-BE49-F238E27FC236}">
                      <a16:creationId xmlns:a16="http://schemas.microsoft.com/office/drawing/2014/main" id="{EF00118D-0F52-77A1-8FD6-512A29B821B4}"/>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1C6C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7" name="Teal 60">
                  <a:extLst>
                    <a:ext uri="{FF2B5EF4-FFF2-40B4-BE49-F238E27FC236}">
                      <a16:creationId xmlns:a16="http://schemas.microsoft.com/office/drawing/2014/main" id="{65621AB3-3188-301D-E8CE-231FAAA8ECAA}"/>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00B1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8" name="Teal 40">
                  <a:extLst>
                    <a:ext uri="{FF2B5EF4-FFF2-40B4-BE49-F238E27FC236}">
                      <a16:creationId xmlns:a16="http://schemas.microsoft.com/office/drawing/2014/main" id="{E78D7E07-42A8-5401-2B43-83933F637AA4}"/>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63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9" name="Teal 20">
                  <a:extLst>
                    <a:ext uri="{FF2B5EF4-FFF2-40B4-BE49-F238E27FC236}">
                      <a16:creationId xmlns:a16="http://schemas.microsoft.com/office/drawing/2014/main" id="{70DBEF6B-3692-112B-945A-71FA9E497663}"/>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CF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8" name="Ash">
                <a:extLst>
                  <a:ext uri="{FF2B5EF4-FFF2-40B4-BE49-F238E27FC236}">
                    <a16:creationId xmlns:a16="http://schemas.microsoft.com/office/drawing/2014/main" id="{32E68A14-D4C4-A181-1B6B-0E4B6C9E9588}"/>
                  </a:ext>
                </a:extLst>
              </p:cNvPr>
              <p:cNvGrpSpPr/>
              <p:nvPr userDrawn="1"/>
            </p:nvGrpSpPr>
            <p:grpSpPr>
              <a:xfrm>
                <a:off x="12938528" y="5420073"/>
                <a:ext cx="186260" cy="1437927"/>
                <a:chOff x="0" y="0"/>
                <a:chExt cx="720000" cy="1800000"/>
              </a:xfrm>
            </p:grpSpPr>
            <p:sp>
              <p:nvSpPr>
                <p:cNvPr id="180" name="Ash 100">
                  <a:extLst>
                    <a:ext uri="{FF2B5EF4-FFF2-40B4-BE49-F238E27FC236}">
                      <a16:creationId xmlns:a16="http://schemas.microsoft.com/office/drawing/2014/main" id="{77F353F3-BBB7-2DF4-56B4-79A56401547C}"/>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1E26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Ash 80">
                  <a:extLst>
                    <a:ext uri="{FF2B5EF4-FFF2-40B4-BE49-F238E27FC236}">
                      <a16:creationId xmlns:a16="http://schemas.microsoft.com/office/drawing/2014/main" id="{749A2856-7FEB-5036-69AA-F0310003001A}"/>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4C6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2" name="Ash 60">
                  <a:extLst>
                    <a:ext uri="{FF2B5EF4-FFF2-40B4-BE49-F238E27FC236}">
                      <a16:creationId xmlns:a16="http://schemas.microsoft.com/office/drawing/2014/main" id="{933346A9-5534-9596-88A0-A9CA8E497BB0}"/>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6D89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3" name="Ash 40">
                  <a:extLst>
                    <a:ext uri="{FF2B5EF4-FFF2-40B4-BE49-F238E27FC236}">
                      <a16:creationId xmlns:a16="http://schemas.microsoft.com/office/drawing/2014/main" id="{F60D3386-926B-2DCF-4A49-4C9F123251AB}"/>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99B0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4" name="Ash 20">
                  <a:extLst>
                    <a:ext uri="{FF2B5EF4-FFF2-40B4-BE49-F238E27FC236}">
                      <a16:creationId xmlns:a16="http://schemas.microsoft.com/office/drawing/2014/main" id="{B18764EE-71FB-4158-DDA8-C81185459078}"/>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DDE5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9" name="text">
                <a:extLst>
                  <a:ext uri="{FF2B5EF4-FFF2-40B4-BE49-F238E27FC236}">
                    <a16:creationId xmlns:a16="http://schemas.microsoft.com/office/drawing/2014/main" id="{F107D788-ED42-CC0B-D170-7A2A0BD7B251}"/>
                  </a:ext>
                  <a:ext uri="{C183D7F6-B498-43B3-948B-1728B52AA6E4}">
                    <adec:decorative xmlns:adec="http://schemas.microsoft.com/office/drawing/2017/decorative" val="1"/>
                  </a:ext>
                </a:extLst>
              </p:cNvPr>
              <p:cNvSpPr txBox="1"/>
              <p:nvPr userDrawn="1"/>
            </p:nvSpPr>
            <p:spPr>
              <a:xfrm>
                <a:off x="12938529" y="5040945"/>
                <a:ext cx="737381" cy="338554"/>
              </a:xfrm>
              <a:prstGeom prst="rect">
                <a:avLst/>
              </a:prstGeom>
              <a:noFill/>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ファンクショナル</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nvGrpSpPr>
            <p:cNvPr id="125" name="Secondary Color">
              <a:extLst>
                <a:ext uri="{FF2B5EF4-FFF2-40B4-BE49-F238E27FC236}">
                  <a16:creationId xmlns:a16="http://schemas.microsoft.com/office/drawing/2014/main" id="{A32643DA-80BF-7077-D0F7-912C76FF4AD2}"/>
                </a:ext>
              </a:extLst>
            </p:cNvPr>
            <p:cNvGrpSpPr/>
            <p:nvPr userDrawn="1"/>
          </p:nvGrpSpPr>
          <p:grpSpPr>
            <a:xfrm>
              <a:off x="12380400" y="3119373"/>
              <a:ext cx="737381" cy="1831432"/>
              <a:chOff x="12938528" y="3119373"/>
              <a:chExt cx="737381" cy="1831432"/>
            </a:xfrm>
          </p:grpSpPr>
          <p:grpSp>
            <p:nvGrpSpPr>
              <p:cNvPr id="150" name="Yellow">
                <a:extLst>
                  <a:ext uri="{FF2B5EF4-FFF2-40B4-BE49-F238E27FC236}">
                    <a16:creationId xmlns:a16="http://schemas.microsoft.com/office/drawing/2014/main" id="{B54F43C2-B756-F05A-A044-0B615FB08B05}"/>
                  </a:ext>
                </a:extLst>
              </p:cNvPr>
              <p:cNvGrpSpPr/>
              <p:nvPr userDrawn="1"/>
            </p:nvGrpSpPr>
            <p:grpSpPr>
              <a:xfrm>
                <a:off x="13488691" y="3512878"/>
                <a:ext cx="187218" cy="1437927"/>
                <a:chOff x="0" y="0"/>
                <a:chExt cx="720000" cy="1800000"/>
              </a:xfrm>
            </p:grpSpPr>
            <p:sp>
              <p:nvSpPr>
                <p:cNvPr id="170" name="Yellow 100">
                  <a:extLst>
                    <a:ext uri="{FF2B5EF4-FFF2-40B4-BE49-F238E27FC236}">
                      <a16:creationId xmlns:a16="http://schemas.microsoft.com/office/drawing/2014/main" id="{E24F0335-B32A-EC8A-D00E-1F909E79E936}"/>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332C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1" name="Yellow 80">
                  <a:extLst>
                    <a:ext uri="{FF2B5EF4-FFF2-40B4-BE49-F238E27FC236}">
                      <a16:creationId xmlns:a16="http://schemas.microsoft.com/office/drawing/2014/main" id="{C00E6899-C61A-3EA2-6035-7357801E05BF}"/>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9B77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2" name="Yellow 60">
                  <a:extLst>
                    <a:ext uri="{FF2B5EF4-FFF2-40B4-BE49-F238E27FC236}">
                      <a16:creationId xmlns:a16="http://schemas.microsoft.com/office/drawing/2014/main" id="{44AFF239-A512-C321-1E51-F25D5A58CDA0}"/>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3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3" name="Yellow 40">
                  <a:extLst>
                    <a:ext uri="{FF2B5EF4-FFF2-40B4-BE49-F238E27FC236}">
                      <a16:creationId xmlns:a16="http://schemas.microsoft.com/office/drawing/2014/main" id="{34EAA2FC-5E83-6B3E-17E2-CFBB7DE43AA9}"/>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D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4" name="Yellow 20">
                  <a:extLst>
                    <a:ext uri="{FF2B5EF4-FFF2-40B4-BE49-F238E27FC236}">
                      <a16:creationId xmlns:a16="http://schemas.microsoft.com/office/drawing/2014/main" id="{E765DD0D-19F1-6AE3-F490-E81449F2B655}"/>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F8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1" name="Green">
                <a:extLst>
                  <a:ext uri="{FF2B5EF4-FFF2-40B4-BE49-F238E27FC236}">
                    <a16:creationId xmlns:a16="http://schemas.microsoft.com/office/drawing/2014/main" id="{7611959B-2D1E-16A9-4C38-E94125331701}"/>
                  </a:ext>
                </a:extLst>
              </p:cNvPr>
              <p:cNvGrpSpPr/>
              <p:nvPr userDrawn="1"/>
            </p:nvGrpSpPr>
            <p:grpSpPr>
              <a:xfrm>
                <a:off x="13307240" y="3512878"/>
                <a:ext cx="187218" cy="1437927"/>
                <a:chOff x="-11724" y="0"/>
                <a:chExt cx="720000" cy="1800000"/>
              </a:xfrm>
            </p:grpSpPr>
            <p:sp>
              <p:nvSpPr>
                <p:cNvPr id="165" name="Green 100">
                  <a:extLst>
                    <a:ext uri="{FF2B5EF4-FFF2-40B4-BE49-F238E27FC236}">
                      <a16:creationId xmlns:a16="http://schemas.microsoft.com/office/drawing/2014/main" id="{B3C33DEA-E270-23F2-0E5F-F62EFDF3D930}"/>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002B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6" name="Green 80">
                  <a:extLst>
                    <a:ext uri="{FF2B5EF4-FFF2-40B4-BE49-F238E27FC236}">
                      <a16:creationId xmlns:a16="http://schemas.microsoft.com/office/drawing/2014/main" id="{6BE2B73C-A93D-880A-CCA4-9DBFB7A50DE8}"/>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0076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Green 60">
                  <a:extLst>
                    <a:ext uri="{FF2B5EF4-FFF2-40B4-BE49-F238E27FC236}">
                      <a16:creationId xmlns:a16="http://schemas.microsoft.com/office/drawing/2014/main" id="{68C17423-CE32-3F31-CE91-EC1C3F24C7A2}"/>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00C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8" name="Green 40">
                  <a:extLst>
                    <a:ext uri="{FF2B5EF4-FFF2-40B4-BE49-F238E27FC236}">
                      <a16:creationId xmlns:a16="http://schemas.microsoft.com/office/drawing/2014/main" id="{025DDBAF-30F4-D175-61B7-88A27E9447AC}"/>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59E5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9" name="Green 20">
                  <a:extLst>
                    <a:ext uri="{FF2B5EF4-FFF2-40B4-BE49-F238E27FC236}">
                      <a16:creationId xmlns:a16="http://schemas.microsoft.com/office/drawing/2014/main" id="{838D5C4F-A8F9-95B4-2D84-06C68FFF5B30}"/>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CCF7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2" name="Purple">
                <a:extLst>
                  <a:ext uri="{FF2B5EF4-FFF2-40B4-BE49-F238E27FC236}">
                    <a16:creationId xmlns:a16="http://schemas.microsoft.com/office/drawing/2014/main" id="{BEF5B95F-AE57-8CAD-ADDF-2C5BB58A86F0}"/>
                  </a:ext>
                </a:extLst>
              </p:cNvPr>
              <p:cNvGrpSpPr/>
              <p:nvPr userDrawn="1"/>
            </p:nvGrpSpPr>
            <p:grpSpPr>
              <a:xfrm>
                <a:off x="13119725" y="3512878"/>
                <a:ext cx="187218" cy="1437927"/>
                <a:chOff x="0" y="0"/>
                <a:chExt cx="720000" cy="1800000"/>
              </a:xfrm>
            </p:grpSpPr>
            <p:sp>
              <p:nvSpPr>
                <p:cNvPr id="160" name="Purple 100">
                  <a:extLst>
                    <a:ext uri="{FF2B5EF4-FFF2-40B4-BE49-F238E27FC236}">
                      <a16:creationId xmlns:a16="http://schemas.microsoft.com/office/drawing/2014/main" id="{582E0692-AACE-201E-81D4-F08C04A16F4A}"/>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2303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1" name="Purple 80">
                  <a:extLst>
                    <a:ext uri="{FF2B5EF4-FFF2-40B4-BE49-F238E27FC236}">
                      <a16:creationId xmlns:a16="http://schemas.microsoft.com/office/drawing/2014/main" id="{3D0E9793-A244-DE86-6C4F-B7F59AD87FC3}"/>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580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2" name="Purple 60">
                  <a:extLst>
                    <a:ext uri="{FF2B5EF4-FFF2-40B4-BE49-F238E27FC236}">
                      <a16:creationId xmlns:a16="http://schemas.microsoft.com/office/drawing/2014/main" id="{77FC4B0C-C2B5-130E-CDCC-23FFF8E1D7F9}"/>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8C0A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3" name="Purple 40">
                  <a:extLst>
                    <a:ext uri="{FF2B5EF4-FFF2-40B4-BE49-F238E27FC236}">
                      <a16:creationId xmlns:a16="http://schemas.microsoft.com/office/drawing/2014/main" id="{AC517AEA-FD9C-FD52-EDBF-4825967894B5}"/>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B46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4" name="Purple 20">
                  <a:extLst>
                    <a:ext uri="{FF2B5EF4-FFF2-40B4-BE49-F238E27FC236}">
                      <a16:creationId xmlns:a16="http://schemas.microsoft.com/office/drawing/2014/main" id="{F7B76CCB-8322-5B6D-AA79-FD2ACA8C420D}"/>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E8CE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3" name="Blue">
                <a:extLst>
                  <a:ext uri="{FF2B5EF4-FFF2-40B4-BE49-F238E27FC236}">
                    <a16:creationId xmlns:a16="http://schemas.microsoft.com/office/drawing/2014/main" id="{C173F7D2-1BE1-3AAE-EDE2-B39E4A0453B0}"/>
                  </a:ext>
                </a:extLst>
              </p:cNvPr>
              <p:cNvGrpSpPr/>
              <p:nvPr userDrawn="1"/>
            </p:nvGrpSpPr>
            <p:grpSpPr>
              <a:xfrm>
                <a:off x="12938528" y="3512878"/>
                <a:ext cx="187218" cy="1437927"/>
                <a:chOff x="0" y="0"/>
                <a:chExt cx="720000" cy="1800000"/>
              </a:xfrm>
            </p:grpSpPr>
            <p:sp>
              <p:nvSpPr>
                <p:cNvPr id="155" name="Blue 100">
                  <a:extLst>
                    <a:ext uri="{FF2B5EF4-FFF2-40B4-BE49-F238E27FC236}">
                      <a16:creationId xmlns:a16="http://schemas.microsoft.com/office/drawing/2014/main" id="{339BCB3A-5C60-73A8-D441-A5E668840085}"/>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000E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Blue 80">
                  <a:extLst>
                    <a:ext uri="{FF2B5EF4-FFF2-40B4-BE49-F238E27FC236}">
                      <a16:creationId xmlns:a16="http://schemas.microsoft.com/office/drawing/2014/main" id="{390A4E1A-BA45-0E2A-5C72-C14FD25D659C}"/>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002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7" name="Blue 60">
                  <a:extLst>
                    <a:ext uri="{FF2B5EF4-FFF2-40B4-BE49-F238E27FC236}">
                      <a16:creationId xmlns:a16="http://schemas.microsoft.com/office/drawing/2014/main" id="{9755494C-979A-2809-5CCD-F159A5684517}"/>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003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8" name="Blue 40">
                  <a:extLst>
                    <a:ext uri="{FF2B5EF4-FFF2-40B4-BE49-F238E27FC236}">
                      <a16:creationId xmlns:a16="http://schemas.microsoft.com/office/drawing/2014/main" id="{69C189D9-1783-90B0-019D-CD01FE91D988}"/>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597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Blue 20">
                  <a:extLst>
                    <a:ext uri="{FF2B5EF4-FFF2-40B4-BE49-F238E27FC236}">
                      <a16:creationId xmlns:a16="http://schemas.microsoft.com/office/drawing/2014/main" id="{7CD6EFAB-1C0C-4D57-B67C-A42415C48CF2}"/>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CCD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4" name="text">
                <a:extLst>
                  <a:ext uri="{FF2B5EF4-FFF2-40B4-BE49-F238E27FC236}">
                    <a16:creationId xmlns:a16="http://schemas.microsoft.com/office/drawing/2014/main" id="{AB1E1BE8-CA8D-25C8-6094-3BB1DAE2ACF4}"/>
                  </a:ext>
                  <a:ext uri="{C183D7F6-B498-43B3-948B-1728B52AA6E4}">
                    <adec:decorative xmlns:adec="http://schemas.microsoft.com/office/drawing/2017/decorative" val="1"/>
                  </a:ext>
                </a:extLst>
              </p:cNvPr>
              <p:cNvSpPr txBox="1"/>
              <p:nvPr userDrawn="1"/>
            </p:nvSpPr>
            <p:spPr>
              <a:xfrm>
                <a:off x="12947189" y="3119373"/>
                <a:ext cx="569067" cy="338554"/>
              </a:xfrm>
              <a:prstGeom prst="rect">
                <a:avLst/>
              </a:prstGeom>
              <a:noFill/>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セカンダリー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nvGrpSpPr>
            <p:cNvPr id="126" name="Primary Color">
              <a:extLst>
                <a:ext uri="{FF2B5EF4-FFF2-40B4-BE49-F238E27FC236}">
                  <a16:creationId xmlns:a16="http://schemas.microsoft.com/office/drawing/2014/main" id="{5E85AAB5-7C9B-CB53-88AB-3348C49BF5BE}"/>
                </a:ext>
              </a:extLst>
            </p:cNvPr>
            <p:cNvGrpSpPr/>
            <p:nvPr userDrawn="1"/>
          </p:nvGrpSpPr>
          <p:grpSpPr>
            <a:xfrm>
              <a:off x="12380400" y="55979"/>
              <a:ext cx="557845" cy="2973254"/>
              <a:chOff x="12938528" y="55979"/>
              <a:chExt cx="557845" cy="2973254"/>
            </a:xfrm>
          </p:grpSpPr>
          <p:grpSp>
            <p:nvGrpSpPr>
              <p:cNvPr id="127" name="Gray">
                <a:extLst>
                  <a:ext uri="{FF2B5EF4-FFF2-40B4-BE49-F238E27FC236}">
                    <a16:creationId xmlns:a16="http://schemas.microsoft.com/office/drawing/2014/main" id="{63F5112A-53D2-C060-0392-97AAA0FA590C}"/>
                  </a:ext>
                </a:extLst>
              </p:cNvPr>
              <p:cNvGrpSpPr/>
              <p:nvPr userDrawn="1"/>
            </p:nvGrpSpPr>
            <p:grpSpPr>
              <a:xfrm>
                <a:off x="13120206" y="414820"/>
                <a:ext cx="186081" cy="2614413"/>
                <a:chOff x="-11724" y="0"/>
                <a:chExt cx="720000" cy="3600000"/>
              </a:xfrm>
            </p:grpSpPr>
            <p:sp>
              <p:nvSpPr>
                <p:cNvPr id="140" name="Gray 100">
                  <a:extLst>
                    <a:ext uri="{FF2B5EF4-FFF2-40B4-BE49-F238E27FC236}">
                      <a16:creationId xmlns:a16="http://schemas.microsoft.com/office/drawing/2014/main" id="{F69A9C18-AF1B-59CB-7CE5-522453AA7B9C}"/>
                    </a:ext>
                    <a:ext uri="{C183D7F6-B498-43B3-948B-1728B52AA6E4}">
                      <adec:decorative xmlns:adec="http://schemas.microsoft.com/office/drawing/2017/decorative" val="1"/>
                    </a:ext>
                  </a:extLst>
                </p:cNvPr>
                <p:cNvSpPr/>
                <p:nvPr/>
              </p:nvSpPr>
              <p:spPr>
                <a:xfrm>
                  <a:off x="-11724" y="3240000"/>
                  <a:ext cx="720000" cy="360000"/>
                </a:xfrm>
                <a:prstGeom prst="rect">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1" name="Gray 90">
                  <a:extLst>
                    <a:ext uri="{FF2B5EF4-FFF2-40B4-BE49-F238E27FC236}">
                      <a16:creationId xmlns:a16="http://schemas.microsoft.com/office/drawing/2014/main" id="{ECECA07C-9BD0-AF17-60AC-527832FC94F6}"/>
                    </a:ext>
                    <a:ext uri="{C183D7F6-B498-43B3-948B-1728B52AA6E4}">
                      <adec:decorative xmlns:adec="http://schemas.microsoft.com/office/drawing/2017/decorative" val="1"/>
                    </a:ext>
                  </a:extLst>
                </p:cNvPr>
                <p:cNvSpPr/>
                <p:nvPr/>
              </p:nvSpPr>
              <p:spPr>
                <a:xfrm>
                  <a:off x="-11724" y="2880000"/>
                  <a:ext cx="720000" cy="3600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2" name="Gray 80">
                  <a:extLst>
                    <a:ext uri="{FF2B5EF4-FFF2-40B4-BE49-F238E27FC236}">
                      <a16:creationId xmlns:a16="http://schemas.microsoft.com/office/drawing/2014/main" id="{C8FDE3C5-C73C-6924-5026-6F42E85333D2}"/>
                    </a:ext>
                    <a:ext uri="{C183D7F6-B498-43B3-948B-1728B52AA6E4}">
                      <adec:decorative xmlns:adec="http://schemas.microsoft.com/office/drawing/2017/decorative" val="1"/>
                    </a:ext>
                  </a:extLst>
                </p:cNvPr>
                <p:cNvSpPr/>
                <p:nvPr/>
              </p:nvSpPr>
              <p:spPr>
                <a:xfrm>
                  <a:off x="-11724" y="2520000"/>
                  <a:ext cx="720000" cy="360000"/>
                </a:xfrm>
                <a:prstGeom prst="rect">
                  <a:avLst/>
                </a:prstGeom>
                <a:solidFill>
                  <a:srgbClr val="4D4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3" name="Gray 70">
                  <a:extLst>
                    <a:ext uri="{FF2B5EF4-FFF2-40B4-BE49-F238E27FC236}">
                      <a16:creationId xmlns:a16="http://schemas.microsoft.com/office/drawing/2014/main" id="{99B6EC93-6DDF-3EA0-B89B-08F9DBF84471}"/>
                    </a:ext>
                    <a:ext uri="{C183D7F6-B498-43B3-948B-1728B52AA6E4}">
                      <adec:decorative xmlns:adec="http://schemas.microsoft.com/office/drawing/2017/decorative" val="1"/>
                    </a:ext>
                  </a:extLst>
                </p:cNvPr>
                <p:cNvSpPr/>
                <p:nvPr/>
              </p:nvSpPr>
              <p:spPr>
                <a:xfrm>
                  <a:off x="-11724" y="2160000"/>
                  <a:ext cx="720000" cy="360000"/>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Gray 60">
                  <a:extLst>
                    <a:ext uri="{FF2B5EF4-FFF2-40B4-BE49-F238E27FC236}">
                      <a16:creationId xmlns:a16="http://schemas.microsoft.com/office/drawing/2014/main" id="{B535C60E-882D-5A41-4192-1E430E030BFA}"/>
                    </a:ext>
                    <a:ext uri="{C183D7F6-B498-43B3-948B-1728B52AA6E4}">
                      <adec:decorative xmlns:adec="http://schemas.microsoft.com/office/drawing/2017/decorative" val="1"/>
                    </a:ext>
                  </a:extLst>
                </p:cNvPr>
                <p:cNvSpPr/>
                <p:nvPr/>
              </p:nvSpPr>
              <p:spPr>
                <a:xfrm>
                  <a:off x="-11724" y="1800000"/>
                  <a:ext cx="720000" cy="360000"/>
                </a:xfrm>
                <a:prstGeom prst="rect">
                  <a:avLst/>
                </a:prstGeom>
                <a:solidFill>
                  <a:srgbClr val="8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Gray 50">
                  <a:extLst>
                    <a:ext uri="{FF2B5EF4-FFF2-40B4-BE49-F238E27FC236}">
                      <a16:creationId xmlns:a16="http://schemas.microsoft.com/office/drawing/2014/main" id="{089EC7FC-2239-A2B9-3DE1-E5D85AEFE3C6}"/>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Gray 40">
                  <a:extLst>
                    <a:ext uri="{FF2B5EF4-FFF2-40B4-BE49-F238E27FC236}">
                      <a16:creationId xmlns:a16="http://schemas.microsoft.com/office/drawing/2014/main" id="{CF9D2A25-1466-46BA-6AC0-A8348F88DC80}"/>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B3B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Gray 30">
                  <a:extLst>
                    <a:ext uri="{FF2B5EF4-FFF2-40B4-BE49-F238E27FC236}">
                      <a16:creationId xmlns:a16="http://schemas.microsoft.com/office/drawing/2014/main" id="{BE0E8BEB-629B-C4E3-4316-6328504017E4}"/>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8" name="Gray 20">
                  <a:extLst>
                    <a:ext uri="{FF2B5EF4-FFF2-40B4-BE49-F238E27FC236}">
                      <a16:creationId xmlns:a16="http://schemas.microsoft.com/office/drawing/2014/main" id="{455FD38D-F732-3D0C-5375-F0C564514CEF}"/>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9" name="Red 10">
                  <a:extLst>
                    <a:ext uri="{FF2B5EF4-FFF2-40B4-BE49-F238E27FC236}">
                      <a16:creationId xmlns:a16="http://schemas.microsoft.com/office/drawing/2014/main" id="{BF43B993-CE0C-AA48-5612-F93D51098665}"/>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8" name="Red">
                <a:extLst>
                  <a:ext uri="{FF2B5EF4-FFF2-40B4-BE49-F238E27FC236}">
                    <a16:creationId xmlns:a16="http://schemas.microsoft.com/office/drawing/2014/main" id="{28DA5A0E-3105-22E2-3EBD-E449D879871B}"/>
                  </a:ext>
                </a:extLst>
              </p:cNvPr>
              <p:cNvGrpSpPr/>
              <p:nvPr userDrawn="1"/>
            </p:nvGrpSpPr>
            <p:grpSpPr>
              <a:xfrm>
                <a:off x="12938528" y="414820"/>
                <a:ext cx="186081" cy="2614413"/>
                <a:chOff x="0" y="0"/>
                <a:chExt cx="720000" cy="3600000"/>
              </a:xfrm>
            </p:grpSpPr>
            <p:sp>
              <p:nvSpPr>
                <p:cNvPr id="130" name="Red 100">
                  <a:extLst>
                    <a:ext uri="{FF2B5EF4-FFF2-40B4-BE49-F238E27FC236}">
                      <a16:creationId xmlns:a16="http://schemas.microsoft.com/office/drawing/2014/main" id="{3544A040-287C-9E3F-E080-12B3BC40E333}"/>
                    </a:ext>
                    <a:ext uri="{C183D7F6-B498-43B3-948B-1728B52AA6E4}">
                      <adec:decorative xmlns:adec="http://schemas.microsoft.com/office/drawing/2017/decorative" val="1"/>
                    </a:ext>
                  </a:extLst>
                </p:cNvPr>
                <p:cNvSpPr/>
                <p:nvPr/>
              </p:nvSpPr>
              <p:spPr>
                <a:xfrm>
                  <a:off x="0" y="3240000"/>
                  <a:ext cx="720000" cy="360000"/>
                </a:xfrm>
                <a:prstGeom prst="rect">
                  <a:avLst/>
                </a:prstGeom>
                <a:solidFill>
                  <a:srgbClr val="3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Red 90">
                  <a:extLst>
                    <a:ext uri="{FF2B5EF4-FFF2-40B4-BE49-F238E27FC236}">
                      <a16:creationId xmlns:a16="http://schemas.microsoft.com/office/drawing/2014/main" id="{6F646028-3CE1-353F-F61C-DD7B8AEAE597}"/>
                    </a:ext>
                    <a:ext uri="{C183D7F6-B498-43B3-948B-1728B52AA6E4}">
                      <adec:decorative xmlns:adec="http://schemas.microsoft.com/office/drawing/2017/decorative" val="1"/>
                    </a:ext>
                  </a:extLst>
                </p:cNvPr>
                <p:cNvSpPr/>
                <p:nvPr/>
              </p:nvSpPr>
              <p:spPr>
                <a:xfrm>
                  <a:off x="0" y="2880000"/>
                  <a:ext cx="720000" cy="360000"/>
                </a:xfrm>
                <a:prstGeom prst="rect">
                  <a:avLst/>
                </a:prstGeom>
                <a:solidFill>
                  <a:srgbClr val="6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Red 80">
                  <a:extLst>
                    <a:ext uri="{FF2B5EF4-FFF2-40B4-BE49-F238E27FC236}">
                      <a16:creationId xmlns:a16="http://schemas.microsoft.com/office/drawing/2014/main" id="{C38D0043-911D-ACF1-AD2B-9D7B2E70F9BA}"/>
                    </a:ext>
                    <a:ext uri="{C183D7F6-B498-43B3-948B-1728B52AA6E4}">
                      <adec:decorative xmlns:adec="http://schemas.microsoft.com/office/drawing/2017/decorative" val="1"/>
                    </a:ext>
                  </a:extLst>
                </p:cNvPr>
                <p:cNvSpPr/>
                <p:nvPr/>
              </p:nvSpPr>
              <p:spPr>
                <a:xfrm>
                  <a:off x="0" y="2520000"/>
                  <a:ext cx="720000" cy="360000"/>
                </a:xfrm>
                <a:prstGeom prst="rect">
                  <a:avLst/>
                </a:prstGeom>
                <a:solidFill>
                  <a:srgbClr val="9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Red 70">
                  <a:extLst>
                    <a:ext uri="{FF2B5EF4-FFF2-40B4-BE49-F238E27FC236}">
                      <a16:creationId xmlns:a16="http://schemas.microsoft.com/office/drawing/2014/main" id="{81773B99-432A-D9C7-60DC-DDCDEE2DBF0B}"/>
                    </a:ext>
                    <a:ext uri="{C183D7F6-B498-43B3-948B-1728B52AA6E4}">
                      <adec:decorative xmlns:adec="http://schemas.microsoft.com/office/drawing/2017/decorative" val="1"/>
                    </a:ext>
                  </a:extLst>
                </p:cNvPr>
                <p:cNvSpPr/>
                <p:nvPr/>
              </p:nvSpPr>
              <p:spPr>
                <a:xfrm>
                  <a:off x="0" y="2160000"/>
                  <a:ext cx="720000" cy="360000"/>
                </a:xfrm>
                <a:prstGeom prst="rect">
                  <a:avLst/>
                </a:prstGeom>
                <a:solidFill>
                  <a:srgbClr val="CC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Red 60">
                  <a:extLst>
                    <a:ext uri="{FF2B5EF4-FFF2-40B4-BE49-F238E27FC236}">
                      <a16:creationId xmlns:a16="http://schemas.microsoft.com/office/drawing/2014/main" id="{B11132E5-9B08-5062-81C1-CEE79700BF26}"/>
                    </a:ext>
                    <a:ext uri="{C183D7F6-B498-43B3-948B-1728B52AA6E4}">
                      <adec:decorative xmlns:adec="http://schemas.microsoft.com/office/drawing/2017/decorative" val="1"/>
                    </a:ext>
                  </a:extLst>
                </p:cNvPr>
                <p:cNvSpPr/>
                <p:nvPr/>
              </p:nvSpPr>
              <p:spPr>
                <a:xfrm>
                  <a:off x="0" y="1800000"/>
                  <a:ext cx="720000" cy="36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Red 50">
                  <a:extLst>
                    <a:ext uri="{FF2B5EF4-FFF2-40B4-BE49-F238E27FC236}">
                      <a16:creationId xmlns:a16="http://schemas.microsoft.com/office/drawing/2014/main" id="{7484095F-CC5C-8802-207E-5775E9B4A8C8}"/>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FF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6" name="Red 40">
                  <a:extLst>
                    <a:ext uri="{FF2B5EF4-FFF2-40B4-BE49-F238E27FC236}">
                      <a16:creationId xmlns:a16="http://schemas.microsoft.com/office/drawing/2014/main" id="{F80BD4E1-EDF9-ABB7-1484-EBA3934289AE}"/>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Red 30">
                  <a:extLst>
                    <a:ext uri="{FF2B5EF4-FFF2-40B4-BE49-F238E27FC236}">
                      <a16:creationId xmlns:a16="http://schemas.microsoft.com/office/drawing/2014/main" id="{46A1BC40-891F-4E96-41F3-91343A211535}"/>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F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Red 20">
                  <a:extLst>
                    <a:ext uri="{FF2B5EF4-FFF2-40B4-BE49-F238E27FC236}">
                      <a16:creationId xmlns:a16="http://schemas.microsoft.com/office/drawing/2014/main" id="{B87CCBD1-06A8-47DE-7A37-6D3FFB379CFB}"/>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Red 10">
                  <a:extLst>
                    <a:ext uri="{FF2B5EF4-FFF2-40B4-BE49-F238E27FC236}">
                      <a16:creationId xmlns:a16="http://schemas.microsoft.com/office/drawing/2014/main" id="{BEE795D1-A16B-1789-EE5D-121407332741}"/>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9" name="text">
                <a:extLst>
                  <a:ext uri="{FF2B5EF4-FFF2-40B4-BE49-F238E27FC236}">
                    <a16:creationId xmlns:a16="http://schemas.microsoft.com/office/drawing/2014/main" id="{8F7BD67B-B72A-946F-074B-2F93249FDB62}"/>
                  </a:ext>
                  <a:ext uri="{C183D7F6-B498-43B3-948B-1728B52AA6E4}">
                    <adec:decorative xmlns:adec="http://schemas.microsoft.com/office/drawing/2017/decorative" val="1"/>
                  </a:ext>
                </a:extLst>
              </p:cNvPr>
              <p:cNvSpPr txBox="1"/>
              <p:nvPr userDrawn="1"/>
            </p:nvSpPr>
            <p:spPr>
              <a:xfrm>
                <a:off x="12938528" y="55979"/>
                <a:ext cx="557845" cy="338554"/>
              </a:xfrm>
              <a:prstGeom prst="rect">
                <a:avLst/>
              </a:prstGeom>
              <a:noFill/>
              <a:ln>
                <a:noFill/>
              </a:ln>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プライマリー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grpSp>
        <p:nvGrpSpPr>
          <p:cNvPr id="2" name="ME Logo">
            <a:extLst>
              <a:ext uri="{FF2B5EF4-FFF2-40B4-BE49-F238E27FC236}">
                <a16:creationId xmlns:a16="http://schemas.microsoft.com/office/drawing/2014/main" id="{75C759B8-6BAA-DA20-3B82-460EDDE33F3E}"/>
              </a:ext>
              <a:ext uri="{C183D7F6-B498-43B3-948B-1728B52AA6E4}">
                <adec:decorative xmlns:adec="http://schemas.microsoft.com/office/drawing/2017/decorative" val="1"/>
              </a:ext>
            </a:extLst>
          </p:cNvPr>
          <p:cNvGrpSpPr/>
          <p:nvPr userDrawn="1"/>
        </p:nvGrpSpPr>
        <p:grpSpPr>
          <a:xfrm>
            <a:off x="4741753" y="2860946"/>
            <a:ext cx="2719743" cy="1134843"/>
            <a:chOff x="406983" y="409517"/>
            <a:chExt cx="1558800" cy="650426"/>
          </a:xfrm>
        </p:grpSpPr>
        <p:grpSp>
          <p:nvGrpSpPr>
            <p:cNvPr id="3" name="Group 1">
              <a:extLst>
                <a:ext uri="{FF2B5EF4-FFF2-40B4-BE49-F238E27FC236}">
                  <a16:creationId xmlns:a16="http://schemas.microsoft.com/office/drawing/2014/main" id="{8F4FDFAC-E2EB-E970-C36B-0F96B7FD89CF}"/>
                </a:ext>
              </a:extLst>
            </p:cNvPr>
            <p:cNvGrpSpPr/>
            <p:nvPr userDrawn="1"/>
          </p:nvGrpSpPr>
          <p:grpSpPr>
            <a:xfrm>
              <a:off x="408118" y="919357"/>
              <a:ext cx="1557665" cy="140586"/>
              <a:chOff x="6732779" y="465257"/>
              <a:chExt cx="1032458" cy="93184"/>
            </a:xfrm>
          </p:grpSpPr>
          <p:sp>
            <p:nvSpPr>
              <p:cNvPr id="72" name="Freeform: Shape 1">
                <a:extLst>
                  <a:ext uri="{FF2B5EF4-FFF2-40B4-BE49-F238E27FC236}">
                    <a16:creationId xmlns:a16="http://schemas.microsoft.com/office/drawing/2014/main" id="{7E8F25BE-9450-4F79-5903-A0B560CEAD78}"/>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pPr algn="ctr"/>
                <a:endParaRPr lang="ja-JP" altLang="en-US"/>
              </a:p>
            </p:txBody>
          </p:sp>
          <p:sp>
            <p:nvSpPr>
              <p:cNvPr id="73" name="Freeform: Shape 2">
                <a:extLst>
                  <a:ext uri="{FF2B5EF4-FFF2-40B4-BE49-F238E27FC236}">
                    <a16:creationId xmlns:a16="http://schemas.microsoft.com/office/drawing/2014/main" id="{1A38EA94-FB1D-DC1B-80CF-5522A5B6621F}"/>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pPr algn="ctr"/>
                <a:endParaRPr lang="ja-JP" altLang="en-US"/>
              </a:p>
            </p:txBody>
          </p:sp>
          <p:sp>
            <p:nvSpPr>
              <p:cNvPr id="74" name="Freeform: Shape 3">
                <a:extLst>
                  <a:ext uri="{FF2B5EF4-FFF2-40B4-BE49-F238E27FC236}">
                    <a16:creationId xmlns:a16="http://schemas.microsoft.com/office/drawing/2014/main" id="{A89D2945-4DB3-A9AC-3766-091B49AA03CE}"/>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pPr algn="ctr"/>
                <a:endParaRPr lang="ja-JP" altLang="en-US"/>
              </a:p>
            </p:txBody>
          </p:sp>
          <p:sp>
            <p:nvSpPr>
              <p:cNvPr id="75" name="Freeform: Shape 4">
                <a:extLst>
                  <a:ext uri="{FF2B5EF4-FFF2-40B4-BE49-F238E27FC236}">
                    <a16:creationId xmlns:a16="http://schemas.microsoft.com/office/drawing/2014/main" id="{DD7BECF6-E0CD-24B1-83D8-45BFADAC865E}"/>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pPr algn="ctr"/>
                <a:endParaRPr lang="ja-JP" altLang="en-US"/>
              </a:p>
            </p:txBody>
          </p:sp>
          <p:sp>
            <p:nvSpPr>
              <p:cNvPr id="76" name="Freeform: Shape 5">
                <a:extLst>
                  <a:ext uri="{FF2B5EF4-FFF2-40B4-BE49-F238E27FC236}">
                    <a16:creationId xmlns:a16="http://schemas.microsoft.com/office/drawing/2014/main" id="{5B198AA3-211F-A259-EFB4-0E32D7DAE766}"/>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pPr algn="ctr"/>
                <a:endParaRPr lang="ja-JP" altLang="en-US"/>
              </a:p>
            </p:txBody>
          </p:sp>
          <p:sp>
            <p:nvSpPr>
              <p:cNvPr id="77" name="Freeform: Shape 6">
                <a:extLst>
                  <a:ext uri="{FF2B5EF4-FFF2-40B4-BE49-F238E27FC236}">
                    <a16:creationId xmlns:a16="http://schemas.microsoft.com/office/drawing/2014/main" id="{B2541F76-8F7B-BC11-0D42-3B43837BB22A}"/>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pPr algn="ctr"/>
                <a:endParaRPr lang="ja-JP" altLang="en-US"/>
              </a:p>
            </p:txBody>
          </p:sp>
          <p:sp>
            <p:nvSpPr>
              <p:cNvPr id="78" name="Freeform: Shape 7">
                <a:extLst>
                  <a:ext uri="{FF2B5EF4-FFF2-40B4-BE49-F238E27FC236}">
                    <a16:creationId xmlns:a16="http://schemas.microsoft.com/office/drawing/2014/main" id="{EFA2F0B8-42B3-7F6D-27BF-2886ADAD766B}"/>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pPr algn="ctr"/>
                <a:endParaRPr lang="ja-JP" altLang="en-US"/>
              </a:p>
            </p:txBody>
          </p:sp>
          <p:sp>
            <p:nvSpPr>
              <p:cNvPr id="79" name="Freeform: Shape 8">
                <a:extLst>
                  <a:ext uri="{FF2B5EF4-FFF2-40B4-BE49-F238E27FC236}">
                    <a16:creationId xmlns:a16="http://schemas.microsoft.com/office/drawing/2014/main" id="{3D790FE0-B668-C2C3-9948-008F2855E9C6}"/>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pPr algn="ctr"/>
                <a:endParaRPr lang="ja-JP" altLang="en-US"/>
              </a:p>
            </p:txBody>
          </p:sp>
          <p:sp>
            <p:nvSpPr>
              <p:cNvPr id="80" name="Freeform: Shape 9">
                <a:extLst>
                  <a:ext uri="{FF2B5EF4-FFF2-40B4-BE49-F238E27FC236}">
                    <a16:creationId xmlns:a16="http://schemas.microsoft.com/office/drawing/2014/main" id="{7CCD711E-E843-7B88-8BA6-91CCEA73F11F}"/>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pPr algn="ctr"/>
                <a:endParaRPr lang="ja-JP" altLang="en-US"/>
              </a:p>
            </p:txBody>
          </p:sp>
          <p:sp>
            <p:nvSpPr>
              <p:cNvPr id="81" name="Freeform: Shape 10">
                <a:extLst>
                  <a:ext uri="{FF2B5EF4-FFF2-40B4-BE49-F238E27FC236}">
                    <a16:creationId xmlns:a16="http://schemas.microsoft.com/office/drawing/2014/main" id="{961F4A18-7DE9-3D27-6E92-75ABB70C7537}"/>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pPr algn="ctr"/>
                <a:endParaRPr lang="ja-JP" altLang="en-US"/>
              </a:p>
            </p:txBody>
          </p:sp>
          <p:sp>
            <p:nvSpPr>
              <p:cNvPr id="82" name="Freeform: Shape 11">
                <a:extLst>
                  <a:ext uri="{FF2B5EF4-FFF2-40B4-BE49-F238E27FC236}">
                    <a16:creationId xmlns:a16="http://schemas.microsoft.com/office/drawing/2014/main" id="{4EED509F-0110-42BB-7A8D-52019EFDD081}"/>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pPr algn="ctr"/>
                <a:endParaRPr lang="ja-JP" altLang="en-US"/>
              </a:p>
            </p:txBody>
          </p:sp>
          <p:sp>
            <p:nvSpPr>
              <p:cNvPr id="83" name="Freeform: Shape 12">
                <a:extLst>
                  <a:ext uri="{FF2B5EF4-FFF2-40B4-BE49-F238E27FC236}">
                    <a16:creationId xmlns:a16="http://schemas.microsoft.com/office/drawing/2014/main" id="{9BCA9E0E-DF32-5DA5-D326-E42362E9234F}"/>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pPr algn="ctr"/>
                <a:endParaRPr lang="ja-JP" altLang="en-US"/>
              </a:p>
            </p:txBody>
          </p:sp>
          <p:sp>
            <p:nvSpPr>
              <p:cNvPr id="84" name="Freeform: Shape 13">
                <a:extLst>
                  <a:ext uri="{FF2B5EF4-FFF2-40B4-BE49-F238E27FC236}">
                    <a16:creationId xmlns:a16="http://schemas.microsoft.com/office/drawing/2014/main" id="{FEEDE7BC-4498-45C2-D7A6-29399EC30BA5}"/>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pPr algn="ctr"/>
                <a:endParaRPr lang="ja-JP" altLang="en-US"/>
              </a:p>
            </p:txBody>
          </p:sp>
          <p:sp>
            <p:nvSpPr>
              <p:cNvPr id="85" name="Freeform: Shape 14">
                <a:extLst>
                  <a:ext uri="{FF2B5EF4-FFF2-40B4-BE49-F238E27FC236}">
                    <a16:creationId xmlns:a16="http://schemas.microsoft.com/office/drawing/2014/main" id="{89680357-01E7-5097-7877-C0A19391C835}"/>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pPr algn="ctr"/>
                <a:endParaRPr lang="ja-JP" altLang="en-US"/>
              </a:p>
            </p:txBody>
          </p:sp>
          <p:sp>
            <p:nvSpPr>
              <p:cNvPr id="86" name="Freeform: Shape 15">
                <a:extLst>
                  <a:ext uri="{FF2B5EF4-FFF2-40B4-BE49-F238E27FC236}">
                    <a16:creationId xmlns:a16="http://schemas.microsoft.com/office/drawing/2014/main" id="{9974470A-462C-A992-A9DA-28863A72DBE4}"/>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pPr algn="ctr"/>
                <a:endParaRPr lang="ja-JP" altLang="en-US"/>
              </a:p>
            </p:txBody>
          </p:sp>
          <p:sp>
            <p:nvSpPr>
              <p:cNvPr id="87" name="Freeform: Shape 16">
                <a:extLst>
                  <a:ext uri="{FF2B5EF4-FFF2-40B4-BE49-F238E27FC236}">
                    <a16:creationId xmlns:a16="http://schemas.microsoft.com/office/drawing/2014/main" id="{E083A0D9-067A-2FB3-5546-83B721B6B5C3}"/>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pPr algn="ctr"/>
                <a:endParaRPr lang="ja-JP" altLang="en-US"/>
              </a:p>
            </p:txBody>
          </p:sp>
          <p:sp>
            <p:nvSpPr>
              <p:cNvPr id="88" name="Freeform: Shape 17">
                <a:extLst>
                  <a:ext uri="{FF2B5EF4-FFF2-40B4-BE49-F238E27FC236}">
                    <a16:creationId xmlns:a16="http://schemas.microsoft.com/office/drawing/2014/main" id="{095501D3-8791-D7D1-1890-E1B8F8C8C612}"/>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pPr algn="ctr"/>
                <a:endParaRPr lang="ja-JP" altLang="en-US"/>
              </a:p>
            </p:txBody>
          </p:sp>
          <p:sp>
            <p:nvSpPr>
              <p:cNvPr id="89" name="Freeform: Shape 18">
                <a:extLst>
                  <a:ext uri="{FF2B5EF4-FFF2-40B4-BE49-F238E27FC236}">
                    <a16:creationId xmlns:a16="http://schemas.microsoft.com/office/drawing/2014/main" id="{29763EDD-BC28-7368-B1E2-3D022CA0B145}"/>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pPr algn="ctr"/>
                <a:endParaRPr lang="ja-JP" altLang="en-US"/>
              </a:p>
            </p:txBody>
          </p:sp>
          <p:sp>
            <p:nvSpPr>
              <p:cNvPr id="90" name="Freeform: Shape 19">
                <a:extLst>
                  <a:ext uri="{FF2B5EF4-FFF2-40B4-BE49-F238E27FC236}">
                    <a16:creationId xmlns:a16="http://schemas.microsoft.com/office/drawing/2014/main" id="{86831591-B81D-BF82-929A-FCA99CC09609}"/>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pPr algn="ctr"/>
                <a:endParaRPr lang="ja-JP" altLang="en-US"/>
              </a:p>
            </p:txBody>
          </p:sp>
        </p:grpSp>
        <p:grpSp>
          <p:nvGrpSpPr>
            <p:cNvPr id="4" name="Group 2">
              <a:extLst>
                <a:ext uri="{FF2B5EF4-FFF2-40B4-BE49-F238E27FC236}">
                  <a16:creationId xmlns:a16="http://schemas.microsoft.com/office/drawing/2014/main" id="{756883F3-22B8-C0F9-D00F-B940745D1E98}"/>
                </a:ext>
              </a:extLst>
            </p:cNvPr>
            <p:cNvGrpSpPr/>
            <p:nvPr userDrawn="1"/>
          </p:nvGrpSpPr>
          <p:grpSpPr>
            <a:xfrm>
              <a:off x="406983" y="409517"/>
              <a:ext cx="521158" cy="451341"/>
              <a:chOff x="6732027" y="127323"/>
              <a:chExt cx="345436" cy="299160"/>
            </a:xfrm>
          </p:grpSpPr>
          <p:sp>
            <p:nvSpPr>
              <p:cNvPr id="69" name="Freeform: Shape 1">
                <a:extLst>
                  <a:ext uri="{FF2B5EF4-FFF2-40B4-BE49-F238E27FC236}">
                    <a16:creationId xmlns:a16="http://schemas.microsoft.com/office/drawing/2014/main" id="{FB202F80-9A04-A410-2BD4-824774828F25}"/>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pPr algn="ctr"/>
                <a:endParaRPr lang="ja-JP" altLang="en-US"/>
              </a:p>
            </p:txBody>
          </p:sp>
          <p:sp>
            <p:nvSpPr>
              <p:cNvPr id="70" name="Freeform: Shape 2">
                <a:extLst>
                  <a:ext uri="{FF2B5EF4-FFF2-40B4-BE49-F238E27FC236}">
                    <a16:creationId xmlns:a16="http://schemas.microsoft.com/office/drawing/2014/main" id="{350CA67D-79BD-2D22-3DE6-030DB44D7D48}"/>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pPr algn="ctr"/>
                <a:endParaRPr lang="ja-JP" altLang="en-US"/>
              </a:p>
            </p:txBody>
          </p:sp>
          <p:sp>
            <p:nvSpPr>
              <p:cNvPr id="71" name="Freeform: Shape 3">
                <a:extLst>
                  <a:ext uri="{FF2B5EF4-FFF2-40B4-BE49-F238E27FC236}">
                    <a16:creationId xmlns:a16="http://schemas.microsoft.com/office/drawing/2014/main" id="{FFEDE10A-7543-9BA2-D8F3-01E4AAEEB44C}"/>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pPr algn="ctr"/>
                <a:endParaRPr lang="ja-JP" altLang="en-US"/>
              </a:p>
            </p:txBody>
          </p:sp>
        </p:grpSp>
        <p:grpSp>
          <p:nvGrpSpPr>
            <p:cNvPr id="50" name="Group 3">
              <a:extLst>
                <a:ext uri="{FF2B5EF4-FFF2-40B4-BE49-F238E27FC236}">
                  <a16:creationId xmlns:a16="http://schemas.microsoft.com/office/drawing/2014/main" id="{67E92156-FC6D-AE0D-E2C8-7195DD156FDD}"/>
                </a:ext>
              </a:extLst>
            </p:cNvPr>
            <p:cNvGrpSpPr/>
            <p:nvPr userDrawn="1"/>
          </p:nvGrpSpPr>
          <p:grpSpPr>
            <a:xfrm>
              <a:off x="976640" y="541053"/>
              <a:ext cx="987407" cy="322917"/>
              <a:chOff x="7109609" y="214508"/>
              <a:chExt cx="654477" cy="214037"/>
            </a:xfrm>
          </p:grpSpPr>
          <p:sp>
            <p:nvSpPr>
              <p:cNvPr id="51" name="Freeform: Shape 1">
                <a:extLst>
                  <a:ext uri="{FF2B5EF4-FFF2-40B4-BE49-F238E27FC236}">
                    <a16:creationId xmlns:a16="http://schemas.microsoft.com/office/drawing/2014/main" id="{2AED45F3-1607-B906-71A3-A4269A41AE7B}"/>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pPr algn="ctr"/>
                <a:endParaRPr lang="ja-JP" altLang="en-US"/>
              </a:p>
            </p:txBody>
          </p:sp>
          <p:sp>
            <p:nvSpPr>
              <p:cNvPr id="52" name="Freeform: Shape 2">
                <a:extLst>
                  <a:ext uri="{FF2B5EF4-FFF2-40B4-BE49-F238E27FC236}">
                    <a16:creationId xmlns:a16="http://schemas.microsoft.com/office/drawing/2014/main" id="{72065D9F-327F-F234-9D8D-6394393430C0}"/>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53" name="Freeform: Shape 3">
                <a:extLst>
                  <a:ext uri="{FF2B5EF4-FFF2-40B4-BE49-F238E27FC236}">
                    <a16:creationId xmlns:a16="http://schemas.microsoft.com/office/drawing/2014/main" id="{E51D5A28-D366-AC01-5075-4E38D102C9C1}"/>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algn="ctr"/>
                <a:endParaRPr lang="ja-JP" altLang="en-US"/>
              </a:p>
            </p:txBody>
          </p:sp>
          <p:sp>
            <p:nvSpPr>
              <p:cNvPr id="54" name="Freeform: Shape 4">
                <a:extLst>
                  <a:ext uri="{FF2B5EF4-FFF2-40B4-BE49-F238E27FC236}">
                    <a16:creationId xmlns:a16="http://schemas.microsoft.com/office/drawing/2014/main" id="{FDA77166-AD8C-74FB-7636-059B2ADB44DA}"/>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pPr algn="ctr"/>
                <a:endParaRPr lang="ja-JP" altLang="en-US"/>
              </a:p>
            </p:txBody>
          </p:sp>
          <p:sp>
            <p:nvSpPr>
              <p:cNvPr id="55" name="Freeform: Shape 5">
                <a:extLst>
                  <a:ext uri="{FF2B5EF4-FFF2-40B4-BE49-F238E27FC236}">
                    <a16:creationId xmlns:a16="http://schemas.microsoft.com/office/drawing/2014/main" id="{0FAF0507-3FB5-A1F8-2EFA-5B26B41E3579}"/>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pPr algn="ctr"/>
                <a:endParaRPr lang="ja-JP" altLang="en-US"/>
              </a:p>
            </p:txBody>
          </p:sp>
          <p:sp>
            <p:nvSpPr>
              <p:cNvPr id="56" name="Freeform: Shape 6">
                <a:extLst>
                  <a:ext uri="{FF2B5EF4-FFF2-40B4-BE49-F238E27FC236}">
                    <a16:creationId xmlns:a16="http://schemas.microsoft.com/office/drawing/2014/main" id="{CB46DFC5-F817-EB22-4C12-EF4AAD5C8F35}"/>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pPr algn="ctr"/>
                <a:endParaRPr lang="ja-JP" altLang="en-US"/>
              </a:p>
            </p:txBody>
          </p:sp>
          <p:sp>
            <p:nvSpPr>
              <p:cNvPr id="57" name="Freeform: Shape 7">
                <a:extLst>
                  <a:ext uri="{FF2B5EF4-FFF2-40B4-BE49-F238E27FC236}">
                    <a16:creationId xmlns:a16="http://schemas.microsoft.com/office/drawing/2014/main" id="{E8650D16-DA9F-56A7-7699-E038A15C1297}"/>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58" name="Freeform: Shape 8">
                <a:extLst>
                  <a:ext uri="{FF2B5EF4-FFF2-40B4-BE49-F238E27FC236}">
                    <a16:creationId xmlns:a16="http://schemas.microsoft.com/office/drawing/2014/main" id="{0A82B5E6-EBD6-F525-2C2F-54A93991DE37}"/>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pPr algn="ctr"/>
                <a:endParaRPr lang="ja-JP" altLang="en-US"/>
              </a:p>
            </p:txBody>
          </p:sp>
          <p:sp>
            <p:nvSpPr>
              <p:cNvPr id="59" name="Freeform: Shape 9">
                <a:extLst>
                  <a:ext uri="{FF2B5EF4-FFF2-40B4-BE49-F238E27FC236}">
                    <a16:creationId xmlns:a16="http://schemas.microsoft.com/office/drawing/2014/main" id="{3DEA080F-EDCA-AD1D-D807-E121BD1AE8F0}"/>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pPr algn="ctr"/>
                <a:endParaRPr lang="ja-JP" altLang="en-US"/>
              </a:p>
            </p:txBody>
          </p:sp>
          <p:sp>
            <p:nvSpPr>
              <p:cNvPr id="60" name="Freeform: Shape 10">
                <a:extLst>
                  <a:ext uri="{FF2B5EF4-FFF2-40B4-BE49-F238E27FC236}">
                    <a16:creationId xmlns:a16="http://schemas.microsoft.com/office/drawing/2014/main" id="{DA48D6E5-F9E3-B047-E147-D4E41DC6D81A}"/>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61" name="Freeform: Shape 11">
                <a:extLst>
                  <a:ext uri="{FF2B5EF4-FFF2-40B4-BE49-F238E27FC236}">
                    <a16:creationId xmlns:a16="http://schemas.microsoft.com/office/drawing/2014/main" id="{FFB1B55D-7831-6052-A590-43B6148A0753}"/>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pPr algn="ctr"/>
                <a:endParaRPr lang="ja-JP" altLang="en-US"/>
              </a:p>
            </p:txBody>
          </p:sp>
          <p:sp>
            <p:nvSpPr>
              <p:cNvPr id="62" name="Freeform: Shape 12">
                <a:extLst>
                  <a:ext uri="{FF2B5EF4-FFF2-40B4-BE49-F238E27FC236}">
                    <a16:creationId xmlns:a16="http://schemas.microsoft.com/office/drawing/2014/main" id="{4970E372-D9A5-097A-D7E0-802583A18AC1}"/>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pPr algn="ctr"/>
                <a:endParaRPr lang="ja-JP" altLang="en-US"/>
              </a:p>
            </p:txBody>
          </p:sp>
          <p:sp>
            <p:nvSpPr>
              <p:cNvPr id="63" name="Freeform: Shape 13">
                <a:extLst>
                  <a:ext uri="{FF2B5EF4-FFF2-40B4-BE49-F238E27FC236}">
                    <a16:creationId xmlns:a16="http://schemas.microsoft.com/office/drawing/2014/main" id="{CAD01B54-6C27-6EE1-18A4-079E03AE9290}"/>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pPr algn="ctr"/>
                <a:endParaRPr lang="ja-JP" altLang="en-US"/>
              </a:p>
            </p:txBody>
          </p:sp>
          <p:sp>
            <p:nvSpPr>
              <p:cNvPr id="64" name="Freeform: Shape 14">
                <a:extLst>
                  <a:ext uri="{FF2B5EF4-FFF2-40B4-BE49-F238E27FC236}">
                    <a16:creationId xmlns:a16="http://schemas.microsoft.com/office/drawing/2014/main" id="{2C5488C4-E175-C2A8-D6AE-E93B5DC5EBA0}"/>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pPr algn="ctr"/>
                <a:endParaRPr lang="ja-JP" altLang="en-US"/>
              </a:p>
            </p:txBody>
          </p:sp>
          <p:sp>
            <p:nvSpPr>
              <p:cNvPr id="65" name="Freeform: Shape 15">
                <a:extLst>
                  <a:ext uri="{FF2B5EF4-FFF2-40B4-BE49-F238E27FC236}">
                    <a16:creationId xmlns:a16="http://schemas.microsoft.com/office/drawing/2014/main" id="{8E4CCC40-C9B1-7402-7012-3E60675A6FDB}"/>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algn="ctr"/>
                <a:endParaRPr lang="ja-JP" altLang="en-US"/>
              </a:p>
            </p:txBody>
          </p:sp>
          <p:sp>
            <p:nvSpPr>
              <p:cNvPr id="66" name="Freeform: Shape 16">
                <a:extLst>
                  <a:ext uri="{FF2B5EF4-FFF2-40B4-BE49-F238E27FC236}">
                    <a16:creationId xmlns:a16="http://schemas.microsoft.com/office/drawing/2014/main" id="{253A94A3-E082-12FD-54B4-DD61FFB46AB9}"/>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pPr algn="ctr"/>
                <a:endParaRPr lang="ja-JP" altLang="en-US"/>
              </a:p>
            </p:txBody>
          </p:sp>
          <p:sp>
            <p:nvSpPr>
              <p:cNvPr id="67" name="Freeform: Shape 17">
                <a:extLst>
                  <a:ext uri="{FF2B5EF4-FFF2-40B4-BE49-F238E27FC236}">
                    <a16:creationId xmlns:a16="http://schemas.microsoft.com/office/drawing/2014/main" id="{AA636CA6-CA36-C4EF-7623-7803D0210348}"/>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pPr algn="ctr"/>
                <a:endParaRPr lang="ja-JP" altLang="en-US"/>
              </a:p>
            </p:txBody>
          </p:sp>
          <p:sp>
            <p:nvSpPr>
              <p:cNvPr id="68" name="Freeform: Shape 18">
                <a:extLst>
                  <a:ext uri="{FF2B5EF4-FFF2-40B4-BE49-F238E27FC236}">
                    <a16:creationId xmlns:a16="http://schemas.microsoft.com/office/drawing/2014/main" id="{65365C0A-E5D2-FC6D-8289-0DFC5F6DED1C}"/>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pPr algn="ctr"/>
                <a:endParaRPr lang="ja-JP" altLang="en-US"/>
              </a:p>
            </p:txBody>
          </p:sp>
        </p:grpSp>
      </p:grpSp>
    </p:spTree>
    <p:extLst>
      <p:ext uri="{BB962C8B-B14F-4D97-AF65-F5344CB8AC3E}">
        <p14:creationId xmlns:p14="http://schemas.microsoft.com/office/powerpoint/2010/main" val="27598752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_KV">
    <p:spTree>
      <p:nvGrpSpPr>
        <p:cNvPr id="1" name=""/>
        <p:cNvGrpSpPr/>
        <p:nvPr/>
      </p:nvGrpSpPr>
      <p:grpSpPr>
        <a:xfrm>
          <a:off x="0" y="0"/>
          <a:ext cx="0" cy="0"/>
          <a:chOff x="0" y="0"/>
          <a:chExt cx="0" cy="0"/>
        </a:xfrm>
      </p:grpSpPr>
      <p:grpSp>
        <p:nvGrpSpPr>
          <p:cNvPr id="2" name="Color Sample">
            <a:extLst>
              <a:ext uri="{FF2B5EF4-FFF2-40B4-BE49-F238E27FC236}">
                <a16:creationId xmlns:a16="http://schemas.microsoft.com/office/drawing/2014/main" id="{AA7347A8-E8C8-FA86-5359-E21C1DBAB73E}"/>
              </a:ext>
              <a:ext uri="{C183D7F6-B498-43B3-948B-1728B52AA6E4}">
                <adec:decorative xmlns:adec="http://schemas.microsoft.com/office/drawing/2017/decorative" val="1"/>
              </a:ext>
            </a:extLst>
          </p:cNvPr>
          <p:cNvGrpSpPr/>
          <p:nvPr userDrawn="1"/>
        </p:nvGrpSpPr>
        <p:grpSpPr>
          <a:xfrm>
            <a:off x="12380400" y="55979"/>
            <a:ext cx="737382" cy="6802021"/>
            <a:chOff x="12380400" y="55979"/>
            <a:chExt cx="737382" cy="6802021"/>
          </a:xfrm>
        </p:grpSpPr>
        <p:grpSp>
          <p:nvGrpSpPr>
            <p:cNvPr id="4" name="Functional Color">
              <a:extLst>
                <a:ext uri="{FF2B5EF4-FFF2-40B4-BE49-F238E27FC236}">
                  <a16:creationId xmlns:a16="http://schemas.microsoft.com/office/drawing/2014/main" id="{56E62E65-748A-89FF-E94A-EAC737952042}"/>
                </a:ext>
              </a:extLst>
            </p:cNvPr>
            <p:cNvGrpSpPr/>
            <p:nvPr userDrawn="1"/>
          </p:nvGrpSpPr>
          <p:grpSpPr>
            <a:xfrm>
              <a:off x="12380400" y="5040945"/>
              <a:ext cx="737382" cy="1817055"/>
              <a:chOff x="12938528" y="5040945"/>
              <a:chExt cx="737382" cy="1817055"/>
            </a:xfrm>
          </p:grpSpPr>
          <p:grpSp>
            <p:nvGrpSpPr>
              <p:cNvPr id="198" name="Orange">
                <a:extLst>
                  <a:ext uri="{FF2B5EF4-FFF2-40B4-BE49-F238E27FC236}">
                    <a16:creationId xmlns:a16="http://schemas.microsoft.com/office/drawing/2014/main" id="{1EF92CC9-CEDA-231D-6922-FB13F21B7E9A}"/>
                  </a:ext>
                </a:extLst>
              </p:cNvPr>
              <p:cNvGrpSpPr/>
              <p:nvPr userDrawn="1"/>
            </p:nvGrpSpPr>
            <p:grpSpPr>
              <a:xfrm>
                <a:off x="13486734" y="5420073"/>
                <a:ext cx="186260" cy="1437927"/>
                <a:chOff x="0" y="0"/>
                <a:chExt cx="720000" cy="1800000"/>
              </a:xfrm>
            </p:grpSpPr>
            <p:sp>
              <p:nvSpPr>
                <p:cNvPr id="222" name="Orange 100">
                  <a:extLst>
                    <a:ext uri="{FF2B5EF4-FFF2-40B4-BE49-F238E27FC236}">
                      <a16:creationId xmlns:a16="http://schemas.microsoft.com/office/drawing/2014/main" id="{52412D72-1F8D-4617-B801-1E9705FCB8E5}"/>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4020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3" name="Orange 80">
                  <a:extLst>
                    <a:ext uri="{FF2B5EF4-FFF2-40B4-BE49-F238E27FC236}">
                      <a16:creationId xmlns:a16="http://schemas.microsoft.com/office/drawing/2014/main" id="{5B9A82CF-9271-7DD1-0AC9-5AFA5C77F999}"/>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A54D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4" name="Orange 60">
                  <a:extLst>
                    <a:ext uri="{FF2B5EF4-FFF2-40B4-BE49-F238E27FC236}">
                      <a16:creationId xmlns:a16="http://schemas.microsoft.com/office/drawing/2014/main" id="{BCFFEB20-7D7D-F004-26A8-EFE39BAA63B2}"/>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47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5" name="Orange 40">
                  <a:extLst>
                    <a:ext uri="{FF2B5EF4-FFF2-40B4-BE49-F238E27FC236}">
                      <a16:creationId xmlns:a16="http://schemas.microsoft.com/office/drawing/2014/main" id="{A2E52144-9AA3-8872-F815-98A1E8693D7B}"/>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A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6" name="Orange 20">
                  <a:extLst>
                    <a:ext uri="{FF2B5EF4-FFF2-40B4-BE49-F238E27FC236}">
                      <a16:creationId xmlns:a16="http://schemas.microsoft.com/office/drawing/2014/main" id="{9E42F60B-A4E7-1651-EA23-2850333178CF}"/>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E4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9" name="Magenta">
                <a:extLst>
                  <a:ext uri="{FF2B5EF4-FFF2-40B4-BE49-F238E27FC236}">
                    <a16:creationId xmlns:a16="http://schemas.microsoft.com/office/drawing/2014/main" id="{4D3D5F77-DF03-4AA8-6E84-C3E867820714}"/>
                  </a:ext>
                </a:extLst>
              </p:cNvPr>
              <p:cNvGrpSpPr/>
              <p:nvPr userDrawn="1"/>
            </p:nvGrpSpPr>
            <p:grpSpPr>
              <a:xfrm>
                <a:off x="13303370" y="5420073"/>
                <a:ext cx="186260" cy="1437927"/>
                <a:chOff x="0" y="0"/>
                <a:chExt cx="720000" cy="1800000"/>
              </a:xfrm>
            </p:grpSpPr>
            <p:sp>
              <p:nvSpPr>
                <p:cNvPr id="213" name="Magenta 100">
                  <a:extLst>
                    <a:ext uri="{FF2B5EF4-FFF2-40B4-BE49-F238E27FC236}">
                      <a16:creationId xmlns:a16="http://schemas.microsoft.com/office/drawing/2014/main" id="{A08652E8-14F2-5672-5A41-704B9B989E56}"/>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3713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4" name="Magenta 80">
                  <a:extLst>
                    <a:ext uri="{FF2B5EF4-FFF2-40B4-BE49-F238E27FC236}">
                      <a16:creationId xmlns:a16="http://schemas.microsoft.com/office/drawing/2014/main" id="{8E4A83A9-1D61-51E4-A5DC-80DBF59C5B56}"/>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8E2C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9" name="Magenta 60">
                  <a:extLst>
                    <a:ext uri="{FF2B5EF4-FFF2-40B4-BE49-F238E27FC236}">
                      <a16:creationId xmlns:a16="http://schemas.microsoft.com/office/drawing/2014/main" id="{743C1D5D-3002-0067-D2E1-E32BB9088168}"/>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D34D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0" name="Magenta 40">
                  <a:extLst>
                    <a:ext uri="{FF2B5EF4-FFF2-40B4-BE49-F238E27FC236}">
                      <a16:creationId xmlns:a16="http://schemas.microsoft.com/office/drawing/2014/main" id="{4CEF9FAC-58C7-EF0D-332B-E76B738CE5C8}"/>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79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1" name="Magenta 20">
                  <a:extLst>
                    <a:ext uri="{FF2B5EF4-FFF2-40B4-BE49-F238E27FC236}">
                      <a16:creationId xmlns:a16="http://schemas.microsoft.com/office/drawing/2014/main" id="{87D1A506-B659-4B28-AAA0-834539901649}"/>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E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0" name="Teal">
                <a:extLst>
                  <a:ext uri="{FF2B5EF4-FFF2-40B4-BE49-F238E27FC236}">
                    <a16:creationId xmlns:a16="http://schemas.microsoft.com/office/drawing/2014/main" id="{A3724CA3-E4A7-6714-DDF1-C486581357FD}"/>
                  </a:ext>
                </a:extLst>
              </p:cNvPr>
              <p:cNvGrpSpPr/>
              <p:nvPr userDrawn="1"/>
            </p:nvGrpSpPr>
            <p:grpSpPr>
              <a:xfrm>
                <a:off x="13118915" y="5420073"/>
                <a:ext cx="186260" cy="1437927"/>
                <a:chOff x="-11724" y="0"/>
                <a:chExt cx="720000" cy="1800000"/>
              </a:xfrm>
            </p:grpSpPr>
            <p:sp>
              <p:nvSpPr>
                <p:cNvPr id="208" name="Teal 100">
                  <a:extLst>
                    <a:ext uri="{FF2B5EF4-FFF2-40B4-BE49-F238E27FC236}">
                      <a16:creationId xmlns:a16="http://schemas.microsoft.com/office/drawing/2014/main" id="{BD48A375-4273-59B2-0B4A-4BA070F52AA5}"/>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03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 name="Teal 80">
                  <a:extLst>
                    <a:ext uri="{FF2B5EF4-FFF2-40B4-BE49-F238E27FC236}">
                      <a16:creationId xmlns:a16="http://schemas.microsoft.com/office/drawing/2014/main" id="{B22D28AF-CD4B-F8DD-B8EA-B160D706610B}"/>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1C6C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0" name="Teal 60">
                  <a:extLst>
                    <a:ext uri="{FF2B5EF4-FFF2-40B4-BE49-F238E27FC236}">
                      <a16:creationId xmlns:a16="http://schemas.microsoft.com/office/drawing/2014/main" id="{ED73FC0F-F41E-C7D8-734F-D408133F2737}"/>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00B1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1" name="Teal 40">
                  <a:extLst>
                    <a:ext uri="{FF2B5EF4-FFF2-40B4-BE49-F238E27FC236}">
                      <a16:creationId xmlns:a16="http://schemas.microsoft.com/office/drawing/2014/main" id="{25C584B7-6354-D1C4-0C0C-4DDED7B9D71E}"/>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63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2" name="Teal 20">
                  <a:extLst>
                    <a:ext uri="{FF2B5EF4-FFF2-40B4-BE49-F238E27FC236}">
                      <a16:creationId xmlns:a16="http://schemas.microsoft.com/office/drawing/2014/main" id="{A61D780E-39B1-99DF-412F-FCA712EA1D9E}"/>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CF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1" name="Ash">
                <a:extLst>
                  <a:ext uri="{FF2B5EF4-FFF2-40B4-BE49-F238E27FC236}">
                    <a16:creationId xmlns:a16="http://schemas.microsoft.com/office/drawing/2014/main" id="{D0F3EA2A-A11F-A2CA-1C61-01BB645A9EDF}"/>
                  </a:ext>
                </a:extLst>
              </p:cNvPr>
              <p:cNvGrpSpPr/>
              <p:nvPr userDrawn="1"/>
            </p:nvGrpSpPr>
            <p:grpSpPr>
              <a:xfrm>
                <a:off x="12938528" y="5420073"/>
                <a:ext cx="186260" cy="1437927"/>
                <a:chOff x="0" y="0"/>
                <a:chExt cx="720000" cy="1800000"/>
              </a:xfrm>
            </p:grpSpPr>
            <p:sp>
              <p:nvSpPr>
                <p:cNvPr id="203" name="Ash 100">
                  <a:extLst>
                    <a:ext uri="{FF2B5EF4-FFF2-40B4-BE49-F238E27FC236}">
                      <a16:creationId xmlns:a16="http://schemas.microsoft.com/office/drawing/2014/main" id="{C9471B59-E4F2-7E5B-CA86-195BB04AC709}"/>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1E26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4" name="Ash 80">
                  <a:extLst>
                    <a:ext uri="{FF2B5EF4-FFF2-40B4-BE49-F238E27FC236}">
                      <a16:creationId xmlns:a16="http://schemas.microsoft.com/office/drawing/2014/main" id="{A6C8EBE9-8467-E459-785E-24062E34D4FD}"/>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4C6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5" name="Ash 60">
                  <a:extLst>
                    <a:ext uri="{FF2B5EF4-FFF2-40B4-BE49-F238E27FC236}">
                      <a16:creationId xmlns:a16="http://schemas.microsoft.com/office/drawing/2014/main" id="{CFCBD592-C4DD-A0B7-F654-E0E95178ADA3}"/>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6D89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6" name="Ash 40">
                  <a:extLst>
                    <a:ext uri="{FF2B5EF4-FFF2-40B4-BE49-F238E27FC236}">
                      <a16:creationId xmlns:a16="http://schemas.microsoft.com/office/drawing/2014/main" id="{2FC2A44F-77C7-DD34-B972-26FE5F24E04B}"/>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99B0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7" name="Ash 20">
                  <a:extLst>
                    <a:ext uri="{FF2B5EF4-FFF2-40B4-BE49-F238E27FC236}">
                      <a16:creationId xmlns:a16="http://schemas.microsoft.com/office/drawing/2014/main" id="{9387A258-5FE3-5B7E-5A16-B4723773D4FE}"/>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DDE5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02" name="text">
                <a:extLst>
                  <a:ext uri="{FF2B5EF4-FFF2-40B4-BE49-F238E27FC236}">
                    <a16:creationId xmlns:a16="http://schemas.microsoft.com/office/drawing/2014/main" id="{732AA809-E449-2E70-0E28-4B1EEF906780}"/>
                  </a:ext>
                  <a:ext uri="{C183D7F6-B498-43B3-948B-1728B52AA6E4}">
                    <adec:decorative xmlns:adec="http://schemas.microsoft.com/office/drawing/2017/decorative" val="1"/>
                  </a:ext>
                </a:extLst>
              </p:cNvPr>
              <p:cNvSpPr txBox="1"/>
              <p:nvPr userDrawn="1"/>
            </p:nvSpPr>
            <p:spPr>
              <a:xfrm>
                <a:off x="12938529" y="5040945"/>
                <a:ext cx="737381" cy="338554"/>
              </a:xfrm>
              <a:prstGeom prst="rect">
                <a:avLst/>
              </a:prstGeom>
              <a:noFill/>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ファンクショナル</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nvGrpSpPr>
            <p:cNvPr id="5" name="Secondary Color">
              <a:extLst>
                <a:ext uri="{FF2B5EF4-FFF2-40B4-BE49-F238E27FC236}">
                  <a16:creationId xmlns:a16="http://schemas.microsoft.com/office/drawing/2014/main" id="{DEC203E0-91E8-6D1F-455F-AF51D48BECA0}"/>
                </a:ext>
              </a:extLst>
            </p:cNvPr>
            <p:cNvGrpSpPr/>
            <p:nvPr userDrawn="1"/>
          </p:nvGrpSpPr>
          <p:grpSpPr>
            <a:xfrm>
              <a:off x="12380400" y="3119373"/>
              <a:ext cx="737381" cy="1831432"/>
              <a:chOff x="12938528" y="3119373"/>
              <a:chExt cx="737381" cy="1831432"/>
            </a:xfrm>
          </p:grpSpPr>
          <p:grpSp>
            <p:nvGrpSpPr>
              <p:cNvPr id="75" name="Yellow">
                <a:extLst>
                  <a:ext uri="{FF2B5EF4-FFF2-40B4-BE49-F238E27FC236}">
                    <a16:creationId xmlns:a16="http://schemas.microsoft.com/office/drawing/2014/main" id="{174F7F1A-8447-BF96-18F9-C9CED645573C}"/>
                  </a:ext>
                </a:extLst>
              </p:cNvPr>
              <p:cNvGrpSpPr/>
              <p:nvPr userDrawn="1"/>
            </p:nvGrpSpPr>
            <p:grpSpPr>
              <a:xfrm>
                <a:off x="13488691" y="3512878"/>
                <a:ext cx="187218" cy="1437927"/>
                <a:chOff x="0" y="0"/>
                <a:chExt cx="720000" cy="1800000"/>
              </a:xfrm>
            </p:grpSpPr>
            <p:sp>
              <p:nvSpPr>
                <p:cNvPr id="139" name="Yellow 100">
                  <a:extLst>
                    <a:ext uri="{FF2B5EF4-FFF2-40B4-BE49-F238E27FC236}">
                      <a16:creationId xmlns:a16="http://schemas.microsoft.com/office/drawing/2014/main" id="{EE9E64F7-9A5F-C851-37B8-199D4E295E91}"/>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332C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4" name="Yellow 80">
                  <a:extLst>
                    <a:ext uri="{FF2B5EF4-FFF2-40B4-BE49-F238E27FC236}">
                      <a16:creationId xmlns:a16="http://schemas.microsoft.com/office/drawing/2014/main" id="{942E8F64-7201-99B5-A7BE-DC085182B093}"/>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9B77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5" name="Yellow 60">
                  <a:extLst>
                    <a:ext uri="{FF2B5EF4-FFF2-40B4-BE49-F238E27FC236}">
                      <a16:creationId xmlns:a16="http://schemas.microsoft.com/office/drawing/2014/main" id="{36BF0BB9-A1C2-CDC2-3C0B-C75DA335A82E}"/>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3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6" name="Yellow 40">
                  <a:extLst>
                    <a:ext uri="{FF2B5EF4-FFF2-40B4-BE49-F238E27FC236}">
                      <a16:creationId xmlns:a16="http://schemas.microsoft.com/office/drawing/2014/main" id="{56937ACE-E9CE-2207-F271-DB3FD6FEBC36}"/>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D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7" name="Yellow 20">
                  <a:extLst>
                    <a:ext uri="{FF2B5EF4-FFF2-40B4-BE49-F238E27FC236}">
                      <a16:creationId xmlns:a16="http://schemas.microsoft.com/office/drawing/2014/main" id="{DCC4D985-32C0-6A68-BB69-4CF8E8BE21A4}"/>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F8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6" name="Green">
                <a:extLst>
                  <a:ext uri="{FF2B5EF4-FFF2-40B4-BE49-F238E27FC236}">
                    <a16:creationId xmlns:a16="http://schemas.microsoft.com/office/drawing/2014/main" id="{E473C339-5380-C137-46B6-7A305BEB962B}"/>
                  </a:ext>
                </a:extLst>
              </p:cNvPr>
              <p:cNvGrpSpPr/>
              <p:nvPr userDrawn="1"/>
            </p:nvGrpSpPr>
            <p:grpSpPr>
              <a:xfrm>
                <a:off x="13307240" y="3512878"/>
                <a:ext cx="187218" cy="1437927"/>
                <a:chOff x="-11724" y="0"/>
                <a:chExt cx="720000" cy="1800000"/>
              </a:xfrm>
            </p:grpSpPr>
            <p:sp>
              <p:nvSpPr>
                <p:cNvPr id="90" name="Green 100">
                  <a:extLst>
                    <a:ext uri="{FF2B5EF4-FFF2-40B4-BE49-F238E27FC236}">
                      <a16:creationId xmlns:a16="http://schemas.microsoft.com/office/drawing/2014/main" id="{15290BB3-AC5F-AC76-5068-196596536DA5}"/>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002B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Green 80">
                  <a:extLst>
                    <a:ext uri="{FF2B5EF4-FFF2-40B4-BE49-F238E27FC236}">
                      <a16:creationId xmlns:a16="http://schemas.microsoft.com/office/drawing/2014/main" id="{3EBA153E-14B0-D5A0-F00C-599DDB0F6F07}"/>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0076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Green 60">
                  <a:extLst>
                    <a:ext uri="{FF2B5EF4-FFF2-40B4-BE49-F238E27FC236}">
                      <a16:creationId xmlns:a16="http://schemas.microsoft.com/office/drawing/2014/main" id="{51372EA2-2292-8A6B-0C20-C03FA64FFD2A}"/>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00C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Green 40">
                  <a:extLst>
                    <a:ext uri="{FF2B5EF4-FFF2-40B4-BE49-F238E27FC236}">
                      <a16:creationId xmlns:a16="http://schemas.microsoft.com/office/drawing/2014/main" id="{6D915147-AA86-8EF9-B6FF-E4F38D6F52AB}"/>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59E5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Green 20">
                  <a:extLst>
                    <a:ext uri="{FF2B5EF4-FFF2-40B4-BE49-F238E27FC236}">
                      <a16:creationId xmlns:a16="http://schemas.microsoft.com/office/drawing/2014/main" id="{88E2EDBF-51A8-DD38-943B-939CFD219358}"/>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CCF7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7" name="Purple">
                <a:extLst>
                  <a:ext uri="{FF2B5EF4-FFF2-40B4-BE49-F238E27FC236}">
                    <a16:creationId xmlns:a16="http://schemas.microsoft.com/office/drawing/2014/main" id="{1741B871-9B2C-C663-0DE3-B7F85E3C48BC}"/>
                  </a:ext>
                </a:extLst>
              </p:cNvPr>
              <p:cNvGrpSpPr/>
              <p:nvPr userDrawn="1"/>
            </p:nvGrpSpPr>
            <p:grpSpPr>
              <a:xfrm>
                <a:off x="13119725" y="3512878"/>
                <a:ext cx="187218" cy="1437927"/>
                <a:chOff x="0" y="0"/>
                <a:chExt cx="720000" cy="1800000"/>
              </a:xfrm>
            </p:grpSpPr>
            <p:sp>
              <p:nvSpPr>
                <p:cNvPr id="85" name="Purple 100">
                  <a:extLst>
                    <a:ext uri="{FF2B5EF4-FFF2-40B4-BE49-F238E27FC236}">
                      <a16:creationId xmlns:a16="http://schemas.microsoft.com/office/drawing/2014/main" id="{26285628-D9E4-BD62-B351-0AC5F6D58DE5}"/>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2303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Purple 80">
                  <a:extLst>
                    <a:ext uri="{FF2B5EF4-FFF2-40B4-BE49-F238E27FC236}">
                      <a16:creationId xmlns:a16="http://schemas.microsoft.com/office/drawing/2014/main" id="{B4372468-DB46-3C19-F062-F3755D3D6EF3}"/>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580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Purple 60">
                  <a:extLst>
                    <a:ext uri="{FF2B5EF4-FFF2-40B4-BE49-F238E27FC236}">
                      <a16:creationId xmlns:a16="http://schemas.microsoft.com/office/drawing/2014/main" id="{03242E6C-76DD-8F13-34E9-C4803E84C1B2}"/>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8C0A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Purple 40">
                  <a:extLst>
                    <a:ext uri="{FF2B5EF4-FFF2-40B4-BE49-F238E27FC236}">
                      <a16:creationId xmlns:a16="http://schemas.microsoft.com/office/drawing/2014/main" id="{5D63EAFA-B734-E766-4B2D-9FADC717D015}"/>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B46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Purple 20">
                  <a:extLst>
                    <a:ext uri="{FF2B5EF4-FFF2-40B4-BE49-F238E27FC236}">
                      <a16:creationId xmlns:a16="http://schemas.microsoft.com/office/drawing/2014/main" id="{0648E114-B14A-256A-4708-CF413E381F42}"/>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E8CE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8" name="Blue">
                <a:extLst>
                  <a:ext uri="{FF2B5EF4-FFF2-40B4-BE49-F238E27FC236}">
                    <a16:creationId xmlns:a16="http://schemas.microsoft.com/office/drawing/2014/main" id="{E29F77D5-4A0D-BB38-C509-276185EE9B8C}"/>
                  </a:ext>
                </a:extLst>
              </p:cNvPr>
              <p:cNvGrpSpPr/>
              <p:nvPr userDrawn="1"/>
            </p:nvGrpSpPr>
            <p:grpSpPr>
              <a:xfrm>
                <a:off x="12938528" y="3512878"/>
                <a:ext cx="187218" cy="1437927"/>
                <a:chOff x="0" y="0"/>
                <a:chExt cx="720000" cy="1800000"/>
              </a:xfrm>
            </p:grpSpPr>
            <p:sp>
              <p:nvSpPr>
                <p:cNvPr id="80" name="Blue 100">
                  <a:extLst>
                    <a:ext uri="{FF2B5EF4-FFF2-40B4-BE49-F238E27FC236}">
                      <a16:creationId xmlns:a16="http://schemas.microsoft.com/office/drawing/2014/main" id="{D348D127-26CA-3655-8513-275F380AED45}"/>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000E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Blue 80">
                  <a:extLst>
                    <a:ext uri="{FF2B5EF4-FFF2-40B4-BE49-F238E27FC236}">
                      <a16:creationId xmlns:a16="http://schemas.microsoft.com/office/drawing/2014/main" id="{A2885CAA-0880-AE44-EE68-75B43476CC1E}"/>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002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Blue 60">
                  <a:extLst>
                    <a:ext uri="{FF2B5EF4-FFF2-40B4-BE49-F238E27FC236}">
                      <a16:creationId xmlns:a16="http://schemas.microsoft.com/office/drawing/2014/main" id="{2250F58C-D1B0-6D46-8AAB-D09A57EBD1C2}"/>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003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Blue 40">
                  <a:extLst>
                    <a:ext uri="{FF2B5EF4-FFF2-40B4-BE49-F238E27FC236}">
                      <a16:creationId xmlns:a16="http://schemas.microsoft.com/office/drawing/2014/main" id="{59DD263E-1356-1130-3BF1-DBB23609AF69}"/>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597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Blue 20">
                  <a:extLst>
                    <a:ext uri="{FF2B5EF4-FFF2-40B4-BE49-F238E27FC236}">
                      <a16:creationId xmlns:a16="http://schemas.microsoft.com/office/drawing/2014/main" id="{FFDDC2B7-59DC-C653-3CD0-AC765849E20E}"/>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CCD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9" name="text">
                <a:extLst>
                  <a:ext uri="{FF2B5EF4-FFF2-40B4-BE49-F238E27FC236}">
                    <a16:creationId xmlns:a16="http://schemas.microsoft.com/office/drawing/2014/main" id="{7006F883-D45A-F6FD-E1F5-A5A5DBA62C98}"/>
                  </a:ext>
                  <a:ext uri="{C183D7F6-B498-43B3-948B-1728B52AA6E4}">
                    <adec:decorative xmlns:adec="http://schemas.microsoft.com/office/drawing/2017/decorative" val="1"/>
                  </a:ext>
                </a:extLst>
              </p:cNvPr>
              <p:cNvSpPr txBox="1"/>
              <p:nvPr userDrawn="1"/>
            </p:nvSpPr>
            <p:spPr>
              <a:xfrm>
                <a:off x="12947189" y="3119373"/>
                <a:ext cx="569067" cy="338554"/>
              </a:xfrm>
              <a:prstGeom prst="rect">
                <a:avLst/>
              </a:prstGeom>
              <a:noFill/>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セカンダリー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nvGrpSpPr>
            <p:cNvPr id="6" name="Primary Color">
              <a:extLst>
                <a:ext uri="{FF2B5EF4-FFF2-40B4-BE49-F238E27FC236}">
                  <a16:creationId xmlns:a16="http://schemas.microsoft.com/office/drawing/2014/main" id="{B4D0F38E-6945-D96D-A102-45A26D1BAB4A}"/>
                </a:ext>
              </a:extLst>
            </p:cNvPr>
            <p:cNvGrpSpPr/>
            <p:nvPr userDrawn="1"/>
          </p:nvGrpSpPr>
          <p:grpSpPr>
            <a:xfrm>
              <a:off x="12380400" y="55979"/>
              <a:ext cx="557845" cy="2973254"/>
              <a:chOff x="12938528" y="55979"/>
              <a:chExt cx="557845" cy="2973254"/>
            </a:xfrm>
          </p:grpSpPr>
          <p:grpSp>
            <p:nvGrpSpPr>
              <p:cNvPr id="29" name="Gray">
                <a:extLst>
                  <a:ext uri="{FF2B5EF4-FFF2-40B4-BE49-F238E27FC236}">
                    <a16:creationId xmlns:a16="http://schemas.microsoft.com/office/drawing/2014/main" id="{57339F85-AB86-53A2-0DEB-D15D5FDE4588}"/>
                  </a:ext>
                </a:extLst>
              </p:cNvPr>
              <p:cNvGrpSpPr/>
              <p:nvPr userDrawn="1"/>
            </p:nvGrpSpPr>
            <p:grpSpPr>
              <a:xfrm>
                <a:off x="13120206" y="414820"/>
                <a:ext cx="186081" cy="2614413"/>
                <a:chOff x="-11724" y="0"/>
                <a:chExt cx="720000" cy="3600000"/>
              </a:xfrm>
            </p:grpSpPr>
            <p:sp>
              <p:nvSpPr>
                <p:cNvPr id="42" name="Gray 100">
                  <a:extLst>
                    <a:ext uri="{FF2B5EF4-FFF2-40B4-BE49-F238E27FC236}">
                      <a16:creationId xmlns:a16="http://schemas.microsoft.com/office/drawing/2014/main" id="{7335FE0E-F190-191D-F099-8D9DA1286A08}"/>
                    </a:ext>
                    <a:ext uri="{C183D7F6-B498-43B3-948B-1728B52AA6E4}">
                      <adec:decorative xmlns:adec="http://schemas.microsoft.com/office/drawing/2017/decorative" val="1"/>
                    </a:ext>
                  </a:extLst>
                </p:cNvPr>
                <p:cNvSpPr/>
                <p:nvPr/>
              </p:nvSpPr>
              <p:spPr>
                <a:xfrm>
                  <a:off x="-11724" y="3240000"/>
                  <a:ext cx="720000" cy="360000"/>
                </a:xfrm>
                <a:prstGeom prst="rect">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Gray 90">
                  <a:extLst>
                    <a:ext uri="{FF2B5EF4-FFF2-40B4-BE49-F238E27FC236}">
                      <a16:creationId xmlns:a16="http://schemas.microsoft.com/office/drawing/2014/main" id="{76642B31-A9F6-DB1C-E2DC-266A9C3A2399}"/>
                    </a:ext>
                    <a:ext uri="{C183D7F6-B498-43B3-948B-1728B52AA6E4}">
                      <adec:decorative xmlns:adec="http://schemas.microsoft.com/office/drawing/2017/decorative" val="1"/>
                    </a:ext>
                  </a:extLst>
                </p:cNvPr>
                <p:cNvSpPr/>
                <p:nvPr/>
              </p:nvSpPr>
              <p:spPr>
                <a:xfrm>
                  <a:off x="-11724" y="2880000"/>
                  <a:ext cx="720000" cy="3600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ray 80">
                  <a:extLst>
                    <a:ext uri="{FF2B5EF4-FFF2-40B4-BE49-F238E27FC236}">
                      <a16:creationId xmlns:a16="http://schemas.microsoft.com/office/drawing/2014/main" id="{84C2AEEA-960B-649D-AD11-E0666C64F35D}"/>
                    </a:ext>
                    <a:ext uri="{C183D7F6-B498-43B3-948B-1728B52AA6E4}">
                      <adec:decorative xmlns:adec="http://schemas.microsoft.com/office/drawing/2017/decorative" val="1"/>
                    </a:ext>
                  </a:extLst>
                </p:cNvPr>
                <p:cNvSpPr/>
                <p:nvPr/>
              </p:nvSpPr>
              <p:spPr>
                <a:xfrm>
                  <a:off x="-11724" y="2520000"/>
                  <a:ext cx="720000" cy="360000"/>
                </a:xfrm>
                <a:prstGeom prst="rect">
                  <a:avLst/>
                </a:prstGeom>
                <a:solidFill>
                  <a:srgbClr val="4D4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Gray 70">
                  <a:extLst>
                    <a:ext uri="{FF2B5EF4-FFF2-40B4-BE49-F238E27FC236}">
                      <a16:creationId xmlns:a16="http://schemas.microsoft.com/office/drawing/2014/main" id="{CF5A6045-EE3B-A0CE-AE25-8C63012275E3}"/>
                    </a:ext>
                    <a:ext uri="{C183D7F6-B498-43B3-948B-1728B52AA6E4}">
                      <adec:decorative xmlns:adec="http://schemas.microsoft.com/office/drawing/2017/decorative" val="1"/>
                    </a:ext>
                  </a:extLst>
                </p:cNvPr>
                <p:cNvSpPr/>
                <p:nvPr/>
              </p:nvSpPr>
              <p:spPr>
                <a:xfrm>
                  <a:off x="-11724" y="2160000"/>
                  <a:ext cx="720000" cy="360000"/>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Gray 60">
                  <a:extLst>
                    <a:ext uri="{FF2B5EF4-FFF2-40B4-BE49-F238E27FC236}">
                      <a16:creationId xmlns:a16="http://schemas.microsoft.com/office/drawing/2014/main" id="{5016DC6C-AEDA-F60C-3651-E9BD97524BD9}"/>
                    </a:ext>
                    <a:ext uri="{C183D7F6-B498-43B3-948B-1728B52AA6E4}">
                      <adec:decorative xmlns:adec="http://schemas.microsoft.com/office/drawing/2017/decorative" val="1"/>
                    </a:ext>
                  </a:extLst>
                </p:cNvPr>
                <p:cNvSpPr/>
                <p:nvPr/>
              </p:nvSpPr>
              <p:spPr>
                <a:xfrm>
                  <a:off x="-11724" y="1800000"/>
                  <a:ext cx="720000" cy="360000"/>
                </a:xfrm>
                <a:prstGeom prst="rect">
                  <a:avLst/>
                </a:prstGeom>
                <a:solidFill>
                  <a:srgbClr val="8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Gray 50">
                  <a:extLst>
                    <a:ext uri="{FF2B5EF4-FFF2-40B4-BE49-F238E27FC236}">
                      <a16:creationId xmlns:a16="http://schemas.microsoft.com/office/drawing/2014/main" id="{5D762F69-5027-DD66-3C4B-3C1112DE23A6}"/>
                    </a:ext>
                    <a:ext uri="{C183D7F6-B498-43B3-948B-1728B52AA6E4}">
                      <adec:decorative xmlns:adec="http://schemas.microsoft.com/office/drawing/2017/decorative" val="1"/>
                    </a:ext>
                  </a:extLst>
                </p:cNvPr>
                <p:cNvSpPr/>
                <p:nvPr/>
              </p:nvSpPr>
              <p:spPr>
                <a:xfrm>
                  <a:off x="-11724" y="1440000"/>
                  <a:ext cx="720000" cy="360000"/>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Gray 40">
                  <a:extLst>
                    <a:ext uri="{FF2B5EF4-FFF2-40B4-BE49-F238E27FC236}">
                      <a16:creationId xmlns:a16="http://schemas.microsoft.com/office/drawing/2014/main" id="{60F6FF25-EA86-6820-AFB0-515745D13D22}"/>
                    </a:ext>
                    <a:ext uri="{C183D7F6-B498-43B3-948B-1728B52AA6E4}">
                      <adec:decorative xmlns:adec="http://schemas.microsoft.com/office/drawing/2017/decorative" val="1"/>
                    </a:ext>
                  </a:extLst>
                </p:cNvPr>
                <p:cNvSpPr/>
                <p:nvPr/>
              </p:nvSpPr>
              <p:spPr>
                <a:xfrm>
                  <a:off x="-11724" y="1080000"/>
                  <a:ext cx="720000" cy="360000"/>
                </a:xfrm>
                <a:prstGeom prst="rect">
                  <a:avLst/>
                </a:prstGeom>
                <a:solidFill>
                  <a:srgbClr val="B3B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Gray 30">
                  <a:extLst>
                    <a:ext uri="{FF2B5EF4-FFF2-40B4-BE49-F238E27FC236}">
                      <a16:creationId xmlns:a16="http://schemas.microsoft.com/office/drawing/2014/main" id="{50540044-C639-A831-283F-E654F201722F}"/>
                    </a:ext>
                    <a:ext uri="{C183D7F6-B498-43B3-948B-1728B52AA6E4}">
                      <adec:decorative xmlns:adec="http://schemas.microsoft.com/office/drawing/2017/decorative" val="1"/>
                    </a:ext>
                  </a:extLst>
                </p:cNvPr>
                <p:cNvSpPr/>
                <p:nvPr/>
              </p:nvSpPr>
              <p:spPr>
                <a:xfrm>
                  <a:off x="-11724" y="720000"/>
                  <a:ext cx="720000" cy="360000"/>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Gray 20">
                  <a:extLst>
                    <a:ext uri="{FF2B5EF4-FFF2-40B4-BE49-F238E27FC236}">
                      <a16:creationId xmlns:a16="http://schemas.microsoft.com/office/drawing/2014/main" id="{1A630BC7-6EBB-A2B7-EC8D-9DC97C96B5B0}"/>
                    </a:ext>
                    <a:ext uri="{C183D7F6-B498-43B3-948B-1728B52AA6E4}">
                      <adec:decorative xmlns:adec="http://schemas.microsoft.com/office/drawing/2017/decorative" val="1"/>
                    </a:ext>
                  </a:extLst>
                </p:cNvPr>
                <p:cNvSpPr/>
                <p:nvPr/>
              </p:nvSpPr>
              <p:spPr>
                <a:xfrm>
                  <a:off x="-11724" y="360000"/>
                  <a:ext cx="720000" cy="36000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Red 10">
                  <a:extLst>
                    <a:ext uri="{FF2B5EF4-FFF2-40B4-BE49-F238E27FC236}">
                      <a16:creationId xmlns:a16="http://schemas.microsoft.com/office/drawing/2014/main" id="{A730E6EF-BAC3-9DDA-C060-8AAF4D3B9A68}"/>
                    </a:ext>
                    <a:ext uri="{C183D7F6-B498-43B3-948B-1728B52AA6E4}">
                      <adec:decorative xmlns:adec="http://schemas.microsoft.com/office/drawing/2017/decorative" val="1"/>
                    </a:ext>
                  </a:extLst>
                </p:cNvPr>
                <p:cNvSpPr/>
                <p:nvPr/>
              </p:nvSpPr>
              <p:spPr>
                <a:xfrm>
                  <a:off x="-11724" y="0"/>
                  <a:ext cx="720000" cy="360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0" name="Red">
                <a:extLst>
                  <a:ext uri="{FF2B5EF4-FFF2-40B4-BE49-F238E27FC236}">
                    <a16:creationId xmlns:a16="http://schemas.microsoft.com/office/drawing/2014/main" id="{0605C375-90DB-1D1C-6731-BE1E469F52F8}"/>
                  </a:ext>
                </a:extLst>
              </p:cNvPr>
              <p:cNvGrpSpPr/>
              <p:nvPr userDrawn="1"/>
            </p:nvGrpSpPr>
            <p:grpSpPr>
              <a:xfrm>
                <a:off x="12938528" y="414820"/>
                <a:ext cx="186081" cy="2614413"/>
                <a:chOff x="0" y="0"/>
                <a:chExt cx="720000" cy="3600000"/>
              </a:xfrm>
            </p:grpSpPr>
            <p:sp>
              <p:nvSpPr>
                <p:cNvPr id="32" name="Red 100">
                  <a:extLst>
                    <a:ext uri="{FF2B5EF4-FFF2-40B4-BE49-F238E27FC236}">
                      <a16:creationId xmlns:a16="http://schemas.microsoft.com/office/drawing/2014/main" id="{B4F19B8C-F71D-9410-30B9-2EE157C13FFF}"/>
                    </a:ext>
                    <a:ext uri="{C183D7F6-B498-43B3-948B-1728B52AA6E4}">
                      <adec:decorative xmlns:adec="http://schemas.microsoft.com/office/drawing/2017/decorative" val="1"/>
                    </a:ext>
                  </a:extLst>
                </p:cNvPr>
                <p:cNvSpPr/>
                <p:nvPr/>
              </p:nvSpPr>
              <p:spPr>
                <a:xfrm>
                  <a:off x="0" y="3240000"/>
                  <a:ext cx="720000" cy="360000"/>
                </a:xfrm>
                <a:prstGeom prst="rect">
                  <a:avLst/>
                </a:prstGeom>
                <a:solidFill>
                  <a:srgbClr val="3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Red 90">
                  <a:extLst>
                    <a:ext uri="{FF2B5EF4-FFF2-40B4-BE49-F238E27FC236}">
                      <a16:creationId xmlns:a16="http://schemas.microsoft.com/office/drawing/2014/main" id="{D26F670E-6C69-A72A-BFBD-B735F612F7A1}"/>
                    </a:ext>
                    <a:ext uri="{C183D7F6-B498-43B3-948B-1728B52AA6E4}">
                      <adec:decorative xmlns:adec="http://schemas.microsoft.com/office/drawing/2017/decorative" val="1"/>
                    </a:ext>
                  </a:extLst>
                </p:cNvPr>
                <p:cNvSpPr/>
                <p:nvPr/>
              </p:nvSpPr>
              <p:spPr>
                <a:xfrm>
                  <a:off x="0" y="2880000"/>
                  <a:ext cx="720000" cy="360000"/>
                </a:xfrm>
                <a:prstGeom prst="rect">
                  <a:avLst/>
                </a:prstGeom>
                <a:solidFill>
                  <a:srgbClr val="6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Red 80">
                  <a:extLst>
                    <a:ext uri="{FF2B5EF4-FFF2-40B4-BE49-F238E27FC236}">
                      <a16:creationId xmlns:a16="http://schemas.microsoft.com/office/drawing/2014/main" id="{18AEE40E-A6DC-0373-36B2-A8B149A1F4E4}"/>
                    </a:ext>
                    <a:ext uri="{C183D7F6-B498-43B3-948B-1728B52AA6E4}">
                      <adec:decorative xmlns:adec="http://schemas.microsoft.com/office/drawing/2017/decorative" val="1"/>
                    </a:ext>
                  </a:extLst>
                </p:cNvPr>
                <p:cNvSpPr/>
                <p:nvPr/>
              </p:nvSpPr>
              <p:spPr>
                <a:xfrm>
                  <a:off x="0" y="2520000"/>
                  <a:ext cx="720000" cy="360000"/>
                </a:xfrm>
                <a:prstGeom prst="rect">
                  <a:avLst/>
                </a:prstGeom>
                <a:solidFill>
                  <a:srgbClr val="9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Red 70">
                  <a:extLst>
                    <a:ext uri="{FF2B5EF4-FFF2-40B4-BE49-F238E27FC236}">
                      <a16:creationId xmlns:a16="http://schemas.microsoft.com/office/drawing/2014/main" id="{F1E782EB-272B-F10C-07B5-4C5175633A40}"/>
                    </a:ext>
                    <a:ext uri="{C183D7F6-B498-43B3-948B-1728B52AA6E4}">
                      <adec:decorative xmlns:adec="http://schemas.microsoft.com/office/drawing/2017/decorative" val="1"/>
                    </a:ext>
                  </a:extLst>
                </p:cNvPr>
                <p:cNvSpPr/>
                <p:nvPr/>
              </p:nvSpPr>
              <p:spPr>
                <a:xfrm>
                  <a:off x="0" y="2160000"/>
                  <a:ext cx="720000" cy="360000"/>
                </a:xfrm>
                <a:prstGeom prst="rect">
                  <a:avLst/>
                </a:prstGeom>
                <a:solidFill>
                  <a:srgbClr val="CC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Red 60">
                  <a:extLst>
                    <a:ext uri="{FF2B5EF4-FFF2-40B4-BE49-F238E27FC236}">
                      <a16:creationId xmlns:a16="http://schemas.microsoft.com/office/drawing/2014/main" id="{4FC2E7DC-9449-66B4-2902-CE11AF579863}"/>
                    </a:ext>
                    <a:ext uri="{C183D7F6-B498-43B3-948B-1728B52AA6E4}">
                      <adec:decorative xmlns:adec="http://schemas.microsoft.com/office/drawing/2017/decorative" val="1"/>
                    </a:ext>
                  </a:extLst>
                </p:cNvPr>
                <p:cNvSpPr/>
                <p:nvPr/>
              </p:nvSpPr>
              <p:spPr>
                <a:xfrm>
                  <a:off x="0" y="1800000"/>
                  <a:ext cx="720000" cy="36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Red 50">
                  <a:extLst>
                    <a:ext uri="{FF2B5EF4-FFF2-40B4-BE49-F238E27FC236}">
                      <a16:creationId xmlns:a16="http://schemas.microsoft.com/office/drawing/2014/main" id="{81BACDAC-EA1C-BEBC-BDAA-46D414A51C68}"/>
                    </a:ext>
                    <a:ext uri="{C183D7F6-B498-43B3-948B-1728B52AA6E4}">
                      <adec:decorative xmlns:adec="http://schemas.microsoft.com/office/drawing/2017/decorative" val="1"/>
                    </a:ext>
                  </a:extLst>
                </p:cNvPr>
                <p:cNvSpPr/>
                <p:nvPr/>
              </p:nvSpPr>
              <p:spPr>
                <a:xfrm>
                  <a:off x="0" y="1440000"/>
                  <a:ext cx="720000" cy="360000"/>
                </a:xfrm>
                <a:prstGeom prst="rect">
                  <a:avLst/>
                </a:prstGeom>
                <a:solidFill>
                  <a:srgbClr val="FF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Red 40">
                  <a:extLst>
                    <a:ext uri="{FF2B5EF4-FFF2-40B4-BE49-F238E27FC236}">
                      <a16:creationId xmlns:a16="http://schemas.microsoft.com/office/drawing/2014/main" id="{572B611C-B6FC-AB52-C19A-880A670F74A8}"/>
                    </a:ext>
                    <a:ext uri="{C183D7F6-B498-43B3-948B-1728B52AA6E4}">
                      <adec:decorative xmlns:adec="http://schemas.microsoft.com/office/drawing/2017/decorative" val="1"/>
                    </a:ext>
                  </a:extLst>
                </p:cNvPr>
                <p:cNvSpPr/>
                <p:nvPr/>
              </p:nvSpPr>
              <p:spPr>
                <a:xfrm>
                  <a:off x="0" y="1080000"/>
                  <a:ext cx="720000" cy="360000"/>
                </a:xfrm>
                <a:prstGeom prst="rect">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Red 30">
                  <a:extLst>
                    <a:ext uri="{FF2B5EF4-FFF2-40B4-BE49-F238E27FC236}">
                      <a16:creationId xmlns:a16="http://schemas.microsoft.com/office/drawing/2014/main" id="{A7D7159D-E5E1-5B50-F82B-4CE0BA5324B1}"/>
                    </a:ext>
                    <a:ext uri="{C183D7F6-B498-43B3-948B-1728B52AA6E4}">
                      <adec:decorative xmlns:adec="http://schemas.microsoft.com/office/drawing/2017/decorative" val="1"/>
                    </a:ext>
                  </a:extLst>
                </p:cNvPr>
                <p:cNvSpPr/>
                <p:nvPr/>
              </p:nvSpPr>
              <p:spPr>
                <a:xfrm>
                  <a:off x="0" y="720000"/>
                  <a:ext cx="720000" cy="360000"/>
                </a:xfrm>
                <a:prstGeom prst="rect">
                  <a:avLst/>
                </a:prstGeom>
                <a:solidFill>
                  <a:srgbClr val="FF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Red 20">
                  <a:extLst>
                    <a:ext uri="{FF2B5EF4-FFF2-40B4-BE49-F238E27FC236}">
                      <a16:creationId xmlns:a16="http://schemas.microsoft.com/office/drawing/2014/main" id="{1E083DCC-B738-916D-8DAD-73851C83B65C}"/>
                    </a:ext>
                    <a:ext uri="{C183D7F6-B498-43B3-948B-1728B52AA6E4}">
                      <adec:decorative xmlns:adec="http://schemas.microsoft.com/office/drawing/2017/decorative" val="1"/>
                    </a:ext>
                  </a:extLst>
                </p:cNvPr>
                <p:cNvSpPr/>
                <p:nvPr/>
              </p:nvSpPr>
              <p:spPr>
                <a:xfrm>
                  <a:off x="0" y="360000"/>
                  <a:ext cx="720000" cy="360000"/>
                </a:xfrm>
                <a:prstGeom prst="rect">
                  <a:avLst/>
                </a:prstGeom>
                <a:solidFill>
                  <a:srgbClr val="FF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Red 10">
                  <a:extLst>
                    <a:ext uri="{FF2B5EF4-FFF2-40B4-BE49-F238E27FC236}">
                      <a16:creationId xmlns:a16="http://schemas.microsoft.com/office/drawing/2014/main" id="{FDE6877E-C31A-3D4E-08DF-35165593FE0F}"/>
                    </a:ext>
                    <a:ext uri="{C183D7F6-B498-43B3-948B-1728B52AA6E4}">
                      <adec:decorative xmlns:adec="http://schemas.microsoft.com/office/drawing/2017/decorative" val="1"/>
                    </a:ext>
                  </a:extLst>
                </p:cNvPr>
                <p:cNvSpPr/>
                <p:nvPr/>
              </p:nvSpPr>
              <p:spPr>
                <a:xfrm>
                  <a:off x="0" y="0"/>
                  <a:ext cx="720000" cy="360000"/>
                </a:xfrm>
                <a:prstGeom prst="rect">
                  <a:avLst/>
                </a:prstGeom>
                <a:solidFill>
                  <a:srgbClr val="FF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1" name="text">
                <a:extLst>
                  <a:ext uri="{FF2B5EF4-FFF2-40B4-BE49-F238E27FC236}">
                    <a16:creationId xmlns:a16="http://schemas.microsoft.com/office/drawing/2014/main" id="{B05E9DF3-994E-CA5F-9F4B-FC10C8971CDC}"/>
                  </a:ext>
                  <a:ext uri="{C183D7F6-B498-43B3-948B-1728B52AA6E4}">
                    <adec:decorative xmlns:adec="http://schemas.microsoft.com/office/drawing/2017/decorative" val="1"/>
                  </a:ext>
                </a:extLst>
              </p:cNvPr>
              <p:cNvSpPr txBox="1"/>
              <p:nvPr userDrawn="1"/>
            </p:nvSpPr>
            <p:spPr>
              <a:xfrm>
                <a:off x="12938528" y="55979"/>
                <a:ext cx="557845" cy="338554"/>
              </a:xfrm>
              <a:prstGeom prst="rect">
                <a:avLst/>
              </a:prstGeom>
              <a:noFill/>
              <a:ln>
                <a:noFill/>
              </a:ln>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プライマリー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pic>
        <p:nvPicPr>
          <p:cNvPr id="3" name="Background">
            <a:extLst>
              <a:ext uri="{FF2B5EF4-FFF2-40B4-BE49-F238E27FC236}">
                <a16:creationId xmlns:a16="http://schemas.microsoft.com/office/drawing/2014/main" id="{03A31A48-E7A0-84C7-4DA8-C839571FB8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Element">
            <a:extLst>
              <a:ext uri="{FF2B5EF4-FFF2-40B4-BE49-F238E27FC236}">
                <a16:creationId xmlns:a16="http://schemas.microsoft.com/office/drawing/2014/main" id="{F3A3B000-B236-543C-3C63-EBC018A982E4}"/>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rcRect r="52891"/>
          <a:stretch>
            <a:fillRect/>
          </a:stretch>
        </p:blipFill>
        <p:spPr>
          <a:xfrm>
            <a:off x="10013455" y="2939456"/>
            <a:ext cx="2178545" cy="2546206"/>
          </a:xfrm>
          <a:prstGeom prst="rect">
            <a:avLst/>
          </a:prstGeom>
        </p:spPr>
      </p:pic>
      <p:sp>
        <p:nvSpPr>
          <p:cNvPr id="215" name="Contents Text">
            <a:extLst>
              <a:ext uri="{FF2B5EF4-FFF2-40B4-BE49-F238E27FC236}">
                <a16:creationId xmlns:a16="http://schemas.microsoft.com/office/drawing/2014/main" id="{C7CB4291-81F2-D555-5240-8C786A354D69}"/>
              </a:ext>
            </a:extLst>
          </p:cNvPr>
          <p:cNvSpPr>
            <a:spLocks noGrp="1"/>
          </p:cNvSpPr>
          <p:nvPr>
            <p:ph type="body" sz="quarter" idx="11"/>
          </p:nvPr>
        </p:nvSpPr>
        <p:spPr>
          <a:xfrm>
            <a:off x="480000" y="5085000"/>
            <a:ext cx="8316000" cy="828000"/>
          </a:xfrm>
          <a:prstGeom prst="rect">
            <a:avLst/>
          </a:prstGeom>
        </p:spPr>
        <p:txBody>
          <a:bodyPr lIns="0" tIns="0" rIns="0" bIns="0">
            <a:normAutofit/>
          </a:bodyPr>
          <a:lstStyle>
            <a:lvl1pPr marL="0" indent="0">
              <a:buFontTx/>
              <a:buNone/>
              <a:defRPr sz="1200" baseline="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dirty="0"/>
              <a:t>マスター テキストの書式設定</a:t>
            </a:r>
          </a:p>
        </p:txBody>
      </p:sp>
      <p:sp>
        <p:nvSpPr>
          <p:cNvPr id="216" name="Date">
            <a:extLst>
              <a:ext uri="{FF2B5EF4-FFF2-40B4-BE49-F238E27FC236}">
                <a16:creationId xmlns:a16="http://schemas.microsoft.com/office/drawing/2014/main" id="{7BC6C83D-4D5C-7E2F-639C-9CC1952B651E}"/>
              </a:ext>
            </a:extLst>
          </p:cNvPr>
          <p:cNvSpPr>
            <a:spLocks noGrp="1"/>
          </p:cNvSpPr>
          <p:nvPr>
            <p:ph type="dt" sz="half" idx="10"/>
          </p:nvPr>
        </p:nvSpPr>
        <p:spPr>
          <a:xfrm>
            <a:off x="480000" y="4653000"/>
            <a:ext cx="856004" cy="202235"/>
          </a:xfrm>
        </p:spPr>
        <p:txBody>
          <a:bodyPr wrap="none">
            <a:spAutoFit/>
          </a:bodyPr>
          <a:lstStyle>
            <a:lvl1pPr>
              <a:lnSpc>
                <a:spcPct val="130000"/>
              </a:lnSpc>
              <a:defRPr sz="1200">
                <a:solidFill>
                  <a:srgbClr val="000000"/>
                </a:solidFill>
              </a:defRPr>
            </a:lvl1pPr>
          </a:lstStyle>
          <a:p>
            <a:fld id="{C7C2A0A9-2770-4CCF-900F-775A9B70A08C}" type="datetime1">
              <a:rPr lang="ja-JP" altLang="en-US" smtClean="0"/>
              <a:t>2026/3/31</a:t>
            </a:fld>
            <a:endParaRPr lang="ja-JP" altLang="en-US" dirty="0"/>
          </a:p>
        </p:txBody>
      </p:sp>
      <p:sp>
        <p:nvSpPr>
          <p:cNvPr id="217" name="Subtitle">
            <a:extLst>
              <a:ext uri="{FF2B5EF4-FFF2-40B4-BE49-F238E27FC236}">
                <a16:creationId xmlns:a16="http://schemas.microsoft.com/office/drawing/2014/main" id="{9BBDC3FA-7F9E-1903-E85C-D86386DAD5B8}"/>
              </a:ext>
            </a:extLst>
          </p:cNvPr>
          <p:cNvSpPr>
            <a:spLocks noGrp="1"/>
          </p:cNvSpPr>
          <p:nvPr>
            <p:ph type="subTitle" idx="1"/>
          </p:nvPr>
        </p:nvSpPr>
        <p:spPr>
          <a:xfrm>
            <a:off x="480000" y="3537000"/>
            <a:ext cx="8316000" cy="1116000"/>
          </a:xfrm>
        </p:spPr>
        <p:txBody>
          <a:bodyPr>
            <a:normAutofit/>
          </a:bodyPr>
          <a:lstStyle>
            <a:lvl1pPr marL="0" indent="0" algn="l">
              <a:spcBef>
                <a:spcPts val="0"/>
              </a:spcBef>
              <a:buNone/>
              <a:defRPr sz="2000" b="1" baseline="0">
                <a:solidFill>
                  <a:srgbClr val="FFFFFF"/>
                </a:solidFill>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sp>
        <p:nvSpPr>
          <p:cNvPr id="218" name="Title">
            <a:extLst>
              <a:ext uri="{FF2B5EF4-FFF2-40B4-BE49-F238E27FC236}">
                <a16:creationId xmlns:a16="http://schemas.microsoft.com/office/drawing/2014/main" id="{7783A15A-76BF-E304-8FA1-3A38AB94F9D8}"/>
              </a:ext>
            </a:extLst>
          </p:cNvPr>
          <p:cNvSpPr>
            <a:spLocks noGrp="1"/>
          </p:cNvSpPr>
          <p:nvPr>
            <p:ph type="ctrTitle"/>
          </p:nvPr>
        </p:nvSpPr>
        <p:spPr>
          <a:xfrm>
            <a:off x="480000" y="1989000"/>
            <a:ext cx="8316000" cy="1116000"/>
          </a:xfrm>
        </p:spPr>
        <p:txBody>
          <a:bodyPr anchor="b">
            <a:normAutofit/>
          </a:bodyPr>
          <a:lstStyle>
            <a:lvl1pPr algn="l">
              <a:defRPr sz="2800">
                <a:solidFill>
                  <a:srgbClr val="FFFFFF"/>
                </a:solidFill>
              </a:defRPr>
            </a:lvl1pPr>
          </a:lstStyle>
          <a:p>
            <a:r>
              <a:rPr kumimoji="1" lang="ja-JP" altLang="en-US" dirty="0"/>
              <a:t>マスター タイトルの書式設定</a:t>
            </a:r>
          </a:p>
        </p:txBody>
      </p:sp>
      <p:sp>
        <p:nvSpPr>
          <p:cNvPr id="8" name="Confidentiality Level">
            <a:extLst>
              <a:ext uri="{FF2B5EF4-FFF2-40B4-BE49-F238E27FC236}">
                <a16:creationId xmlns:a16="http://schemas.microsoft.com/office/drawing/2014/main" id="{32EF732C-754E-025D-A58F-3B4D0890B3B4}"/>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grpSp>
        <p:nvGrpSpPr>
          <p:cNvPr id="95" name="ME Logo">
            <a:extLst>
              <a:ext uri="{FF2B5EF4-FFF2-40B4-BE49-F238E27FC236}">
                <a16:creationId xmlns:a16="http://schemas.microsoft.com/office/drawing/2014/main" id="{BE24470B-44C8-B851-A467-E02D2F7B8A7D}"/>
              </a:ext>
              <a:ext uri="{C183D7F6-B498-43B3-948B-1728B52AA6E4}">
                <adec:decorative xmlns:adec="http://schemas.microsoft.com/office/drawing/2017/decorative" val="1"/>
              </a:ext>
            </a:extLst>
          </p:cNvPr>
          <p:cNvGrpSpPr/>
          <p:nvPr userDrawn="1"/>
        </p:nvGrpSpPr>
        <p:grpSpPr>
          <a:xfrm>
            <a:off x="478800" y="442800"/>
            <a:ext cx="1558800" cy="650426"/>
            <a:chOff x="406983" y="409517"/>
            <a:chExt cx="1558800" cy="650426"/>
          </a:xfrm>
          <a:solidFill>
            <a:srgbClr val="FFFFFF"/>
          </a:solidFill>
        </p:grpSpPr>
        <p:grpSp>
          <p:nvGrpSpPr>
            <p:cNvPr id="96" name="Group 1">
              <a:extLst>
                <a:ext uri="{FF2B5EF4-FFF2-40B4-BE49-F238E27FC236}">
                  <a16:creationId xmlns:a16="http://schemas.microsoft.com/office/drawing/2014/main" id="{75441183-4D2C-C414-9724-F4F99166277B}"/>
                </a:ext>
              </a:extLst>
            </p:cNvPr>
            <p:cNvGrpSpPr/>
            <p:nvPr userDrawn="1"/>
          </p:nvGrpSpPr>
          <p:grpSpPr>
            <a:xfrm>
              <a:off x="408118" y="919357"/>
              <a:ext cx="1557665" cy="140586"/>
              <a:chOff x="6732779" y="465257"/>
              <a:chExt cx="1032458" cy="93184"/>
            </a:xfrm>
            <a:grpFill/>
          </p:grpSpPr>
          <p:sp>
            <p:nvSpPr>
              <p:cNvPr id="120" name="Freeform: Shape 1">
                <a:extLst>
                  <a:ext uri="{FF2B5EF4-FFF2-40B4-BE49-F238E27FC236}">
                    <a16:creationId xmlns:a16="http://schemas.microsoft.com/office/drawing/2014/main" id="{800F20F3-E366-963E-AC6F-00C91306C1EE}"/>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grpFill/>
              <a:ln w="185" cap="flat">
                <a:noFill/>
                <a:prstDash val="solid"/>
                <a:miter/>
              </a:ln>
            </p:spPr>
            <p:txBody>
              <a:bodyPr rtlCol="0" anchor="ctr"/>
              <a:lstStyle/>
              <a:p>
                <a:pPr algn="ctr"/>
                <a:endParaRPr lang="ja-JP" altLang="en-US"/>
              </a:p>
            </p:txBody>
          </p:sp>
          <p:sp>
            <p:nvSpPr>
              <p:cNvPr id="121" name="Freeform: Shape 2">
                <a:extLst>
                  <a:ext uri="{FF2B5EF4-FFF2-40B4-BE49-F238E27FC236}">
                    <a16:creationId xmlns:a16="http://schemas.microsoft.com/office/drawing/2014/main" id="{4D114499-22FC-647D-4F5D-ABEE94C51323}"/>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grpFill/>
              <a:ln w="185" cap="flat">
                <a:noFill/>
                <a:prstDash val="solid"/>
                <a:miter/>
              </a:ln>
            </p:spPr>
            <p:txBody>
              <a:bodyPr rtlCol="0" anchor="ctr"/>
              <a:lstStyle/>
              <a:p>
                <a:pPr algn="ctr"/>
                <a:endParaRPr lang="ja-JP" altLang="en-US"/>
              </a:p>
            </p:txBody>
          </p:sp>
          <p:sp>
            <p:nvSpPr>
              <p:cNvPr id="122" name="Freeform: Shape 3">
                <a:extLst>
                  <a:ext uri="{FF2B5EF4-FFF2-40B4-BE49-F238E27FC236}">
                    <a16:creationId xmlns:a16="http://schemas.microsoft.com/office/drawing/2014/main" id="{72CBC424-9FBB-36F4-A0B5-773F991E8122}"/>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grpFill/>
              <a:ln w="185" cap="flat">
                <a:noFill/>
                <a:prstDash val="solid"/>
                <a:miter/>
              </a:ln>
            </p:spPr>
            <p:txBody>
              <a:bodyPr rtlCol="0" anchor="ctr"/>
              <a:lstStyle/>
              <a:p>
                <a:pPr algn="ctr"/>
                <a:endParaRPr lang="ja-JP" altLang="en-US"/>
              </a:p>
            </p:txBody>
          </p:sp>
          <p:sp>
            <p:nvSpPr>
              <p:cNvPr id="123" name="Freeform: Shape 4">
                <a:extLst>
                  <a:ext uri="{FF2B5EF4-FFF2-40B4-BE49-F238E27FC236}">
                    <a16:creationId xmlns:a16="http://schemas.microsoft.com/office/drawing/2014/main" id="{D6029225-DA9E-9D11-7953-9D7B82AD5EAD}"/>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grpFill/>
              <a:ln w="185" cap="flat">
                <a:noFill/>
                <a:prstDash val="solid"/>
                <a:miter/>
              </a:ln>
            </p:spPr>
            <p:txBody>
              <a:bodyPr rtlCol="0" anchor="ctr"/>
              <a:lstStyle/>
              <a:p>
                <a:pPr algn="ctr"/>
                <a:endParaRPr lang="ja-JP" altLang="en-US"/>
              </a:p>
            </p:txBody>
          </p:sp>
          <p:sp>
            <p:nvSpPr>
              <p:cNvPr id="124" name="Freeform: Shape 5">
                <a:extLst>
                  <a:ext uri="{FF2B5EF4-FFF2-40B4-BE49-F238E27FC236}">
                    <a16:creationId xmlns:a16="http://schemas.microsoft.com/office/drawing/2014/main" id="{F7AC9F79-6ABE-3148-9A37-543402091AF0}"/>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grpFill/>
              <a:ln w="185" cap="flat">
                <a:noFill/>
                <a:prstDash val="solid"/>
                <a:miter/>
              </a:ln>
            </p:spPr>
            <p:txBody>
              <a:bodyPr rtlCol="0" anchor="ctr"/>
              <a:lstStyle/>
              <a:p>
                <a:pPr algn="ctr"/>
                <a:endParaRPr lang="ja-JP" altLang="en-US"/>
              </a:p>
            </p:txBody>
          </p:sp>
          <p:sp>
            <p:nvSpPr>
              <p:cNvPr id="125" name="Freeform: Shape 6">
                <a:extLst>
                  <a:ext uri="{FF2B5EF4-FFF2-40B4-BE49-F238E27FC236}">
                    <a16:creationId xmlns:a16="http://schemas.microsoft.com/office/drawing/2014/main" id="{87664093-F78E-CC78-42BA-756F9521CA03}"/>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grpFill/>
              <a:ln w="185" cap="flat">
                <a:noFill/>
                <a:prstDash val="solid"/>
                <a:miter/>
              </a:ln>
            </p:spPr>
            <p:txBody>
              <a:bodyPr rtlCol="0" anchor="ctr"/>
              <a:lstStyle/>
              <a:p>
                <a:pPr algn="ctr"/>
                <a:endParaRPr lang="ja-JP" altLang="en-US"/>
              </a:p>
            </p:txBody>
          </p:sp>
          <p:sp>
            <p:nvSpPr>
              <p:cNvPr id="126" name="Freeform: Shape 7">
                <a:extLst>
                  <a:ext uri="{FF2B5EF4-FFF2-40B4-BE49-F238E27FC236}">
                    <a16:creationId xmlns:a16="http://schemas.microsoft.com/office/drawing/2014/main" id="{4E10D333-8EE8-354E-4216-4E09D93ACAC9}"/>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grpFill/>
              <a:ln w="185" cap="flat">
                <a:noFill/>
                <a:prstDash val="solid"/>
                <a:miter/>
              </a:ln>
            </p:spPr>
            <p:txBody>
              <a:bodyPr rtlCol="0" anchor="ctr"/>
              <a:lstStyle/>
              <a:p>
                <a:pPr algn="ctr"/>
                <a:endParaRPr lang="ja-JP" altLang="en-US"/>
              </a:p>
            </p:txBody>
          </p:sp>
          <p:sp>
            <p:nvSpPr>
              <p:cNvPr id="127" name="Freeform: Shape 8">
                <a:extLst>
                  <a:ext uri="{FF2B5EF4-FFF2-40B4-BE49-F238E27FC236}">
                    <a16:creationId xmlns:a16="http://schemas.microsoft.com/office/drawing/2014/main" id="{68ED209A-BFD8-880E-8F45-4C897ECE07BA}"/>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grpFill/>
              <a:ln w="185" cap="flat">
                <a:noFill/>
                <a:prstDash val="solid"/>
                <a:miter/>
              </a:ln>
            </p:spPr>
            <p:txBody>
              <a:bodyPr rtlCol="0" anchor="ctr"/>
              <a:lstStyle/>
              <a:p>
                <a:pPr algn="ctr"/>
                <a:endParaRPr lang="ja-JP" altLang="en-US"/>
              </a:p>
            </p:txBody>
          </p:sp>
          <p:sp>
            <p:nvSpPr>
              <p:cNvPr id="128" name="Freeform: Shape 9">
                <a:extLst>
                  <a:ext uri="{FF2B5EF4-FFF2-40B4-BE49-F238E27FC236}">
                    <a16:creationId xmlns:a16="http://schemas.microsoft.com/office/drawing/2014/main" id="{9BA533F9-D5D1-8A44-6ACF-FAF55A7BB4E4}"/>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grpFill/>
              <a:ln w="185" cap="flat">
                <a:noFill/>
                <a:prstDash val="solid"/>
                <a:miter/>
              </a:ln>
            </p:spPr>
            <p:txBody>
              <a:bodyPr rtlCol="0" anchor="ctr"/>
              <a:lstStyle/>
              <a:p>
                <a:pPr algn="ctr"/>
                <a:endParaRPr lang="ja-JP" altLang="en-US"/>
              </a:p>
            </p:txBody>
          </p:sp>
          <p:sp>
            <p:nvSpPr>
              <p:cNvPr id="129" name="Freeform: Shape 10">
                <a:extLst>
                  <a:ext uri="{FF2B5EF4-FFF2-40B4-BE49-F238E27FC236}">
                    <a16:creationId xmlns:a16="http://schemas.microsoft.com/office/drawing/2014/main" id="{2452E5BA-BAB6-B211-AA69-E4FF8844BA8C}"/>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grpFill/>
              <a:ln w="185" cap="flat">
                <a:noFill/>
                <a:prstDash val="solid"/>
                <a:miter/>
              </a:ln>
            </p:spPr>
            <p:txBody>
              <a:bodyPr rtlCol="0" anchor="ctr"/>
              <a:lstStyle/>
              <a:p>
                <a:pPr algn="ctr"/>
                <a:endParaRPr lang="ja-JP" altLang="en-US"/>
              </a:p>
            </p:txBody>
          </p:sp>
          <p:sp>
            <p:nvSpPr>
              <p:cNvPr id="130" name="Freeform: Shape 11">
                <a:extLst>
                  <a:ext uri="{FF2B5EF4-FFF2-40B4-BE49-F238E27FC236}">
                    <a16:creationId xmlns:a16="http://schemas.microsoft.com/office/drawing/2014/main" id="{04210159-A4FC-B482-19C0-B1E55FCA0062}"/>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grpFill/>
              <a:ln w="185" cap="flat">
                <a:noFill/>
                <a:prstDash val="solid"/>
                <a:miter/>
              </a:ln>
            </p:spPr>
            <p:txBody>
              <a:bodyPr rtlCol="0" anchor="ctr"/>
              <a:lstStyle/>
              <a:p>
                <a:pPr algn="ctr"/>
                <a:endParaRPr lang="ja-JP" altLang="en-US"/>
              </a:p>
            </p:txBody>
          </p:sp>
          <p:sp>
            <p:nvSpPr>
              <p:cNvPr id="131" name="Freeform: Shape 12">
                <a:extLst>
                  <a:ext uri="{FF2B5EF4-FFF2-40B4-BE49-F238E27FC236}">
                    <a16:creationId xmlns:a16="http://schemas.microsoft.com/office/drawing/2014/main" id="{24024B0B-0CD4-B55B-07AA-38029EA21359}"/>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grpFill/>
              <a:ln w="185" cap="flat">
                <a:noFill/>
                <a:prstDash val="solid"/>
                <a:miter/>
              </a:ln>
            </p:spPr>
            <p:txBody>
              <a:bodyPr rtlCol="0" anchor="ctr"/>
              <a:lstStyle/>
              <a:p>
                <a:pPr algn="ctr"/>
                <a:endParaRPr lang="ja-JP" altLang="en-US"/>
              </a:p>
            </p:txBody>
          </p:sp>
          <p:sp>
            <p:nvSpPr>
              <p:cNvPr id="132" name="Freeform: Shape 13">
                <a:extLst>
                  <a:ext uri="{FF2B5EF4-FFF2-40B4-BE49-F238E27FC236}">
                    <a16:creationId xmlns:a16="http://schemas.microsoft.com/office/drawing/2014/main" id="{A8D6A8FE-849C-6236-D2DE-5FF4E3E6EBA5}"/>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grpFill/>
              <a:ln w="185" cap="flat">
                <a:noFill/>
                <a:prstDash val="solid"/>
                <a:miter/>
              </a:ln>
            </p:spPr>
            <p:txBody>
              <a:bodyPr rtlCol="0" anchor="ctr"/>
              <a:lstStyle/>
              <a:p>
                <a:pPr algn="ctr"/>
                <a:endParaRPr lang="ja-JP" altLang="en-US"/>
              </a:p>
            </p:txBody>
          </p:sp>
          <p:sp>
            <p:nvSpPr>
              <p:cNvPr id="133" name="Freeform: Shape 14">
                <a:extLst>
                  <a:ext uri="{FF2B5EF4-FFF2-40B4-BE49-F238E27FC236}">
                    <a16:creationId xmlns:a16="http://schemas.microsoft.com/office/drawing/2014/main" id="{6484C386-0B02-D77D-C7EA-B2732B9DDCE1}"/>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grpFill/>
              <a:ln w="185" cap="flat">
                <a:noFill/>
                <a:prstDash val="solid"/>
                <a:miter/>
              </a:ln>
            </p:spPr>
            <p:txBody>
              <a:bodyPr rtlCol="0" anchor="ctr"/>
              <a:lstStyle/>
              <a:p>
                <a:pPr algn="ctr"/>
                <a:endParaRPr lang="ja-JP" altLang="en-US"/>
              </a:p>
            </p:txBody>
          </p:sp>
          <p:sp>
            <p:nvSpPr>
              <p:cNvPr id="134" name="Freeform: Shape 15">
                <a:extLst>
                  <a:ext uri="{FF2B5EF4-FFF2-40B4-BE49-F238E27FC236}">
                    <a16:creationId xmlns:a16="http://schemas.microsoft.com/office/drawing/2014/main" id="{581FD682-B1C3-F6A8-57AA-B8EF52AA8F2B}"/>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grpFill/>
              <a:ln w="185" cap="flat">
                <a:noFill/>
                <a:prstDash val="solid"/>
                <a:miter/>
              </a:ln>
            </p:spPr>
            <p:txBody>
              <a:bodyPr rtlCol="0" anchor="ctr"/>
              <a:lstStyle/>
              <a:p>
                <a:pPr algn="ctr"/>
                <a:endParaRPr lang="ja-JP" altLang="en-US"/>
              </a:p>
            </p:txBody>
          </p:sp>
          <p:sp>
            <p:nvSpPr>
              <p:cNvPr id="135" name="Freeform: Shape 16">
                <a:extLst>
                  <a:ext uri="{FF2B5EF4-FFF2-40B4-BE49-F238E27FC236}">
                    <a16:creationId xmlns:a16="http://schemas.microsoft.com/office/drawing/2014/main" id="{17C2FCA2-36B0-D13E-1D7D-0FBC9C516533}"/>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grpFill/>
              <a:ln w="185" cap="flat">
                <a:noFill/>
                <a:prstDash val="solid"/>
                <a:miter/>
              </a:ln>
            </p:spPr>
            <p:txBody>
              <a:bodyPr rtlCol="0" anchor="ctr"/>
              <a:lstStyle/>
              <a:p>
                <a:pPr algn="ctr"/>
                <a:endParaRPr lang="ja-JP" altLang="en-US"/>
              </a:p>
            </p:txBody>
          </p:sp>
          <p:sp>
            <p:nvSpPr>
              <p:cNvPr id="136" name="Freeform: Shape 17">
                <a:extLst>
                  <a:ext uri="{FF2B5EF4-FFF2-40B4-BE49-F238E27FC236}">
                    <a16:creationId xmlns:a16="http://schemas.microsoft.com/office/drawing/2014/main" id="{D2D69B25-7E65-2A82-78E3-5DBAC287FB32}"/>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grpFill/>
              <a:ln w="185" cap="flat">
                <a:noFill/>
                <a:prstDash val="solid"/>
                <a:miter/>
              </a:ln>
            </p:spPr>
            <p:txBody>
              <a:bodyPr rtlCol="0" anchor="ctr"/>
              <a:lstStyle/>
              <a:p>
                <a:pPr algn="ctr"/>
                <a:endParaRPr lang="ja-JP" altLang="en-US"/>
              </a:p>
            </p:txBody>
          </p:sp>
          <p:sp>
            <p:nvSpPr>
              <p:cNvPr id="137" name="Freeform: Shape 18">
                <a:extLst>
                  <a:ext uri="{FF2B5EF4-FFF2-40B4-BE49-F238E27FC236}">
                    <a16:creationId xmlns:a16="http://schemas.microsoft.com/office/drawing/2014/main" id="{3142F724-B0ED-1C6C-9C6B-0D2411FE73D7}"/>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grpFill/>
              <a:ln w="185" cap="flat">
                <a:noFill/>
                <a:prstDash val="solid"/>
                <a:miter/>
              </a:ln>
            </p:spPr>
            <p:txBody>
              <a:bodyPr rtlCol="0" anchor="ctr"/>
              <a:lstStyle/>
              <a:p>
                <a:pPr algn="ctr"/>
                <a:endParaRPr lang="ja-JP" altLang="en-US"/>
              </a:p>
            </p:txBody>
          </p:sp>
          <p:sp>
            <p:nvSpPr>
              <p:cNvPr id="138" name="Freeform: Shape 19">
                <a:extLst>
                  <a:ext uri="{FF2B5EF4-FFF2-40B4-BE49-F238E27FC236}">
                    <a16:creationId xmlns:a16="http://schemas.microsoft.com/office/drawing/2014/main" id="{EF666E83-1434-E52A-5DEA-556CB2D6B78D}"/>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grpFill/>
              <a:ln w="185" cap="flat">
                <a:noFill/>
                <a:prstDash val="solid"/>
                <a:miter/>
              </a:ln>
            </p:spPr>
            <p:txBody>
              <a:bodyPr rtlCol="0" anchor="ctr"/>
              <a:lstStyle/>
              <a:p>
                <a:pPr algn="ctr"/>
                <a:endParaRPr lang="ja-JP" altLang="en-US"/>
              </a:p>
            </p:txBody>
          </p:sp>
        </p:grpSp>
        <p:grpSp>
          <p:nvGrpSpPr>
            <p:cNvPr id="97" name="Group 2">
              <a:extLst>
                <a:ext uri="{FF2B5EF4-FFF2-40B4-BE49-F238E27FC236}">
                  <a16:creationId xmlns:a16="http://schemas.microsoft.com/office/drawing/2014/main" id="{00A56822-B949-B98E-18B8-FB1FF96FC97C}"/>
                </a:ext>
              </a:extLst>
            </p:cNvPr>
            <p:cNvGrpSpPr/>
            <p:nvPr userDrawn="1"/>
          </p:nvGrpSpPr>
          <p:grpSpPr>
            <a:xfrm>
              <a:off x="406983" y="409517"/>
              <a:ext cx="521158" cy="451341"/>
              <a:chOff x="6732027" y="127323"/>
              <a:chExt cx="345436" cy="299160"/>
            </a:xfrm>
            <a:grpFill/>
          </p:grpSpPr>
          <p:sp>
            <p:nvSpPr>
              <p:cNvPr id="117" name="Freeform: Shape 1">
                <a:extLst>
                  <a:ext uri="{FF2B5EF4-FFF2-40B4-BE49-F238E27FC236}">
                    <a16:creationId xmlns:a16="http://schemas.microsoft.com/office/drawing/2014/main" id="{AFED4FAE-956C-0818-3F34-EFD9A4E4E7F2}"/>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grpFill/>
              <a:ln w="185" cap="flat">
                <a:noFill/>
                <a:prstDash val="solid"/>
                <a:miter/>
              </a:ln>
            </p:spPr>
            <p:txBody>
              <a:bodyPr rtlCol="0" anchor="ctr"/>
              <a:lstStyle/>
              <a:p>
                <a:pPr algn="ctr"/>
                <a:endParaRPr lang="ja-JP" altLang="en-US"/>
              </a:p>
            </p:txBody>
          </p:sp>
          <p:sp>
            <p:nvSpPr>
              <p:cNvPr id="118" name="Freeform: Shape 2">
                <a:extLst>
                  <a:ext uri="{FF2B5EF4-FFF2-40B4-BE49-F238E27FC236}">
                    <a16:creationId xmlns:a16="http://schemas.microsoft.com/office/drawing/2014/main" id="{CBC73384-B38B-AD27-BE13-2E2CEC43DA5E}"/>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grpFill/>
              <a:ln w="185" cap="flat">
                <a:noFill/>
                <a:prstDash val="solid"/>
                <a:miter/>
              </a:ln>
            </p:spPr>
            <p:txBody>
              <a:bodyPr rtlCol="0" anchor="ctr"/>
              <a:lstStyle/>
              <a:p>
                <a:pPr algn="ctr"/>
                <a:endParaRPr lang="ja-JP" altLang="en-US"/>
              </a:p>
            </p:txBody>
          </p:sp>
          <p:sp>
            <p:nvSpPr>
              <p:cNvPr id="119" name="Freeform: Shape 3">
                <a:extLst>
                  <a:ext uri="{FF2B5EF4-FFF2-40B4-BE49-F238E27FC236}">
                    <a16:creationId xmlns:a16="http://schemas.microsoft.com/office/drawing/2014/main" id="{C9665C0D-ABB3-5F87-D044-93546AA7120D}"/>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grpFill/>
              <a:ln w="185" cap="flat">
                <a:noFill/>
                <a:prstDash val="solid"/>
                <a:miter/>
              </a:ln>
            </p:spPr>
            <p:txBody>
              <a:bodyPr rtlCol="0" anchor="ctr"/>
              <a:lstStyle/>
              <a:p>
                <a:pPr algn="ctr"/>
                <a:endParaRPr lang="ja-JP" altLang="en-US"/>
              </a:p>
            </p:txBody>
          </p:sp>
        </p:grpSp>
        <p:grpSp>
          <p:nvGrpSpPr>
            <p:cNvPr id="98" name="Group 3">
              <a:extLst>
                <a:ext uri="{FF2B5EF4-FFF2-40B4-BE49-F238E27FC236}">
                  <a16:creationId xmlns:a16="http://schemas.microsoft.com/office/drawing/2014/main" id="{51A86744-F6AC-DC47-0E1A-F7BCF258825C}"/>
                </a:ext>
              </a:extLst>
            </p:cNvPr>
            <p:cNvGrpSpPr/>
            <p:nvPr userDrawn="1"/>
          </p:nvGrpSpPr>
          <p:grpSpPr>
            <a:xfrm>
              <a:off x="976640" y="541053"/>
              <a:ext cx="987407" cy="322917"/>
              <a:chOff x="7109609" y="214508"/>
              <a:chExt cx="654477" cy="214037"/>
            </a:xfrm>
            <a:grpFill/>
          </p:grpSpPr>
          <p:sp>
            <p:nvSpPr>
              <p:cNvPr id="99" name="Freeform: Shape 1">
                <a:extLst>
                  <a:ext uri="{FF2B5EF4-FFF2-40B4-BE49-F238E27FC236}">
                    <a16:creationId xmlns:a16="http://schemas.microsoft.com/office/drawing/2014/main" id="{798D5AA2-6B36-78BE-E095-722E53BA42D2}"/>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grpFill/>
              <a:ln w="185" cap="flat">
                <a:noFill/>
                <a:prstDash val="solid"/>
                <a:miter/>
              </a:ln>
            </p:spPr>
            <p:txBody>
              <a:bodyPr rtlCol="0" anchor="ctr"/>
              <a:lstStyle/>
              <a:p>
                <a:pPr algn="ctr"/>
                <a:endParaRPr lang="ja-JP" altLang="en-US"/>
              </a:p>
            </p:txBody>
          </p:sp>
          <p:sp>
            <p:nvSpPr>
              <p:cNvPr id="100" name="Freeform: Shape 2">
                <a:extLst>
                  <a:ext uri="{FF2B5EF4-FFF2-40B4-BE49-F238E27FC236}">
                    <a16:creationId xmlns:a16="http://schemas.microsoft.com/office/drawing/2014/main" id="{DE181440-029C-1413-E615-BD6945406AD6}"/>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grpFill/>
              <a:ln w="185" cap="flat">
                <a:noFill/>
                <a:prstDash val="solid"/>
                <a:miter/>
              </a:ln>
            </p:spPr>
            <p:txBody>
              <a:bodyPr rtlCol="0" anchor="ctr"/>
              <a:lstStyle/>
              <a:p>
                <a:pPr algn="ctr"/>
                <a:endParaRPr lang="ja-JP" altLang="en-US"/>
              </a:p>
            </p:txBody>
          </p:sp>
          <p:sp>
            <p:nvSpPr>
              <p:cNvPr id="101" name="Freeform: Shape 3">
                <a:extLst>
                  <a:ext uri="{FF2B5EF4-FFF2-40B4-BE49-F238E27FC236}">
                    <a16:creationId xmlns:a16="http://schemas.microsoft.com/office/drawing/2014/main" id="{B4586295-02B6-3B7D-ADBE-2DF12ED213B3}"/>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grpFill/>
              <a:ln w="185" cap="flat">
                <a:noFill/>
                <a:prstDash val="solid"/>
                <a:miter/>
              </a:ln>
            </p:spPr>
            <p:txBody>
              <a:bodyPr rtlCol="0" anchor="ctr"/>
              <a:lstStyle/>
              <a:p>
                <a:pPr algn="ctr"/>
                <a:endParaRPr lang="ja-JP" altLang="en-US"/>
              </a:p>
            </p:txBody>
          </p:sp>
          <p:sp>
            <p:nvSpPr>
              <p:cNvPr id="102" name="Freeform: Shape 4">
                <a:extLst>
                  <a:ext uri="{FF2B5EF4-FFF2-40B4-BE49-F238E27FC236}">
                    <a16:creationId xmlns:a16="http://schemas.microsoft.com/office/drawing/2014/main" id="{CC039010-135B-8CB3-4406-82DB0F2C552C}"/>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grpFill/>
              <a:ln w="185" cap="flat">
                <a:noFill/>
                <a:prstDash val="solid"/>
                <a:miter/>
              </a:ln>
            </p:spPr>
            <p:txBody>
              <a:bodyPr rtlCol="0" anchor="ctr"/>
              <a:lstStyle/>
              <a:p>
                <a:pPr algn="ctr"/>
                <a:endParaRPr lang="ja-JP" altLang="en-US"/>
              </a:p>
            </p:txBody>
          </p:sp>
          <p:sp>
            <p:nvSpPr>
              <p:cNvPr id="103" name="Freeform: Shape 5">
                <a:extLst>
                  <a:ext uri="{FF2B5EF4-FFF2-40B4-BE49-F238E27FC236}">
                    <a16:creationId xmlns:a16="http://schemas.microsoft.com/office/drawing/2014/main" id="{36EEF2CC-29FE-7B36-AE9D-7A102EA77E4C}"/>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grpFill/>
              <a:ln w="185" cap="flat">
                <a:noFill/>
                <a:prstDash val="solid"/>
                <a:miter/>
              </a:ln>
            </p:spPr>
            <p:txBody>
              <a:bodyPr rtlCol="0" anchor="ctr"/>
              <a:lstStyle/>
              <a:p>
                <a:pPr algn="ctr"/>
                <a:endParaRPr lang="ja-JP" altLang="en-US"/>
              </a:p>
            </p:txBody>
          </p:sp>
          <p:sp>
            <p:nvSpPr>
              <p:cNvPr id="104" name="Freeform: Shape 6">
                <a:extLst>
                  <a:ext uri="{FF2B5EF4-FFF2-40B4-BE49-F238E27FC236}">
                    <a16:creationId xmlns:a16="http://schemas.microsoft.com/office/drawing/2014/main" id="{71E5037B-F323-FF28-5673-692930DF3B21}"/>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grpFill/>
              <a:ln w="185" cap="flat">
                <a:noFill/>
                <a:prstDash val="solid"/>
                <a:miter/>
              </a:ln>
            </p:spPr>
            <p:txBody>
              <a:bodyPr rtlCol="0" anchor="ctr"/>
              <a:lstStyle/>
              <a:p>
                <a:pPr algn="ctr"/>
                <a:endParaRPr lang="ja-JP" altLang="en-US"/>
              </a:p>
            </p:txBody>
          </p:sp>
          <p:sp>
            <p:nvSpPr>
              <p:cNvPr id="105" name="Freeform: Shape 7">
                <a:extLst>
                  <a:ext uri="{FF2B5EF4-FFF2-40B4-BE49-F238E27FC236}">
                    <a16:creationId xmlns:a16="http://schemas.microsoft.com/office/drawing/2014/main" id="{38116D17-1955-C73B-E897-82C752D631DA}"/>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grpFill/>
              <a:ln w="185" cap="flat">
                <a:noFill/>
                <a:prstDash val="solid"/>
                <a:miter/>
              </a:ln>
            </p:spPr>
            <p:txBody>
              <a:bodyPr rtlCol="0" anchor="ctr"/>
              <a:lstStyle/>
              <a:p>
                <a:pPr algn="ctr"/>
                <a:endParaRPr lang="ja-JP" altLang="en-US"/>
              </a:p>
            </p:txBody>
          </p:sp>
          <p:sp>
            <p:nvSpPr>
              <p:cNvPr id="106" name="Freeform: Shape 8">
                <a:extLst>
                  <a:ext uri="{FF2B5EF4-FFF2-40B4-BE49-F238E27FC236}">
                    <a16:creationId xmlns:a16="http://schemas.microsoft.com/office/drawing/2014/main" id="{C5D8BDB8-B086-730F-1749-24332307BA8F}"/>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grpFill/>
              <a:ln w="185" cap="flat">
                <a:noFill/>
                <a:prstDash val="solid"/>
                <a:miter/>
              </a:ln>
            </p:spPr>
            <p:txBody>
              <a:bodyPr rtlCol="0" anchor="ctr"/>
              <a:lstStyle/>
              <a:p>
                <a:pPr algn="ctr"/>
                <a:endParaRPr lang="ja-JP" altLang="en-US"/>
              </a:p>
            </p:txBody>
          </p:sp>
          <p:sp>
            <p:nvSpPr>
              <p:cNvPr id="107" name="Freeform: Shape 9">
                <a:extLst>
                  <a:ext uri="{FF2B5EF4-FFF2-40B4-BE49-F238E27FC236}">
                    <a16:creationId xmlns:a16="http://schemas.microsoft.com/office/drawing/2014/main" id="{F227259D-9712-176E-9CCF-FAD2BF5E8021}"/>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grpFill/>
              <a:ln w="185" cap="flat">
                <a:noFill/>
                <a:prstDash val="solid"/>
                <a:miter/>
              </a:ln>
            </p:spPr>
            <p:txBody>
              <a:bodyPr rtlCol="0" anchor="ctr"/>
              <a:lstStyle/>
              <a:p>
                <a:pPr algn="ctr"/>
                <a:endParaRPr lang="ja-JP" altLang="en-US"/>
              </a:p>
            </p:txBody>
          </p:sp>
          <p:sp>
            <p:nvSpPr>
              <p:cNvPr id="108" name="Freeform: Shape 10">
                <a:extLst>
                  <a:ext uri="{FF2B5EF4-FFF2-40B4-BE49-F238E27FC236}">
                    <a16:creationId xmlns:a16="http://schemas.microsoft.com/office/drawing/2014/main" id="{08888F48-D4C7-4602-EA53-ABA3F9C5A251}"/>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grpFill/>
              <a:ln w="185" cap="flat">
                <a:noFill/>
                <a:prstDash val="solid"/>
                <a:miter/>
              </a:ln>
            </p:spPr>
            <p:txBody>
              <a:bodyPr rtlCol="0" anchor="ctr"/>
              <a:lstStyle/>
              <a:p>
                <a:pPr algn="ctr"/>
                <a:endParaRPr lang="ja-JP" altLang="en-US"/>
              </a:p>
            </p:txBody>
          </p:sp>
          <p:sp>
            <p:nvSpPr>
              <p:cNvPr id="109" name="Freeform: Shape 11">
                <a:extLst>
                  <a:ext uri="{FF2B5EF4-FFF2-40B4-BE49-F238E27FC236}">
                    <a16:creationId xmlns:a16="http://schemas.microsoft.com/office/drawing/2014/main" id="{18F2CC67-FC10-71EF-6045-D59F74E9C99B}"/>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grpFill/>
              <a:ln w="185" cap="flat">
                <a:noFill/>
                <a:prstDash val="solid"/>
                <a:miter/>
              </a:ln>
            </p:spPr>
            <p:txBody>
              <a:bodyPr rtlCol="0" anchor="ctr"/>
              <a:lstStyle/>
              <a:p>
                <a:pPr algn="ctr"/>
                <a:endParaRPr lang="ja-JP" altLang="en-US"/>
              </a:p>
            </p:txBody>
          </p:sp>
          <p:sp>
            <p:nvSpPr>
              <p:cNvPr id="110" name="Freeform: Shape 12">
                <a:extLst>
                  <a:ext uri="{FF2B5EF4-FFF2-40B4-BE49-F238E27FC236}">
                    <a16:creationId xmlns:a16="http://schemas.microsoft.com/office/drawing/2014/main" id="{39917D96-0EA6-4757-75DF-18FE95D7B714}"/>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grpFill/>
              <a:ln w="185" cap="flat">
                <a:noFill/>
                <a:prstDash val="solid"/>
                <a:miter/>
              </a:ln>
            </p:spPr>
            <p:txBody>
              <a:bodyPr rtlCol="0" anchor="ctr"/>
              <a:lstStyle/>
              <a:p>
                <a:pPr algn="ctr"/>
                <a:endParaRPr lang="ja-JP" altLang="en-US"/>
              </a:p>
            </p:txBody>
          </p:sp>
          <p:sp>
            <p:nvSpPr>
              <p:cNvPr id="111" name="Freeform: Shape 13">
                <a:extLst>
                  <a:ext uri="{FF2B5EF4-FFF2-40B4-BE49-F238E27FC236}">
                    <a16:creationId xmlns:a16="http://schemas.microsoft.com/office/drawing/2014/main" id="{B0772644-7A01-E3B6-243E-B720CD204469}"/>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grpFill/>
              <a:ln w="185" cap="flat">
                <a:noFill/>
                <a:prstDash val="solid"/>
                <a:miter/>
              </a:ln>
            </p:spPr>
            <p:txBody>
              <a:bodyPr rtlCol="0" anchor="ctr"/>
              <a:lstStyle/>
              <a:p>
                <a:pPr algn="ctr"/>
                <a:endParaRPr lang="ja-JP" altLang="en-US"/>
              </a:p>
            </p:txBody>
          </p:sp>
          <p:sp>
            <p:nvSpPr>
              <p:cNvPr id="112" name="Freeform: Shape 14">
                <a:extLst>
                  <a:ext uri="{FF2B5EF4-FFF2-40B4-BE49-F238E27FC236}">
                    <a16:creationId xmlns:a16="http://schemas.microsoft.com/office/drawing/2014/main" id="{2261AACE-0109-8F33-D128-6307639C4159}"/>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grpFill/>
              <a:ln w="185" cap="flat">
                <a:noFill/>
                <a:prstDash val="solid"/>
                <a:miter/>
              </a:ln>
            </p:spPr>
            <p:txBody>
              <a:bodyPr rtlCol="0" anchor="ctr"/>
              <a:lstStyle/>
              <a:p>
                <a:pPr algn="ctr"/>
                <a:endParaRPr lang="ja-JP" altLang="en-US"/>
              </a:p>
            </p:txBody>
          </p:sp>
          <p:sp>
            <p:nvSpPr>
              <p:cNvPr id="113" name="Freeform: Shape 15">
                <a:extLst>
                  <a:ext uri="{FF2B5EF4-FFF2-40B4-BE49-F238E27FC236}">
                    <a16:creationId xmlns:a16="http://schemas.microsoft.com/office/drawing/2014/main" id="{B8AF2B6C-3F21-BFC9-F490-4D5A1F63F46F}"/>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grpFill/>
              <a:ln w="185" cap="flat">
                <a:noFill/>
                <a:prstDash val="solid"/>
                <a:miter/>
              </a:ln>
            </p:spPr>
            <p:txBody>
              <a:bodyPr rtlCol="0" anchor="ctr"/>
              <a:lstStyle/>
              <a:p>
                <a:pPr algn="ctr"/>
                <a:endParaRPr lang="ja-JP" altLang="en-US"/>
              </a:p>
            </p:txBody>
          </p:sp>
          <p:sp>
            <p:nvSpPr>
              <p:cNvPr id="114" name="Freeform: Shape 16">
                <a:extLst>
                  <a:ext uri="{FF2B5EF4-FFF2-40B4-BE49-F238E27FC236}">
                    <a16:creationId xmlns:a16="http://schemas.microsoft.com/office/drawing/2014/main" id="{FC998CD9-8A66-0661-5472-65C98EC18626}"/>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grpFill/>
              <a:ln w="185" cap="flat">
                <a:noFill/>
                <a:prstDash val="solid"/>
                <a:miter/>
              </a:ln>
            </p:spPr>
            <p:txBody>
              <a:bodyPr rtlCol="0" anchor="ctr"/>
              <a:lstStyle/>
              <a:p>
                <a:pPr algn="ctr"/>
                <a:endParaRPr lang="ja-JP" altLang="en-US"/>
              </a:p>
            </p:txBody>
          </p:sp>
          <p:sp>
            <p:nvSpPr>
              <p:cNvPr id="115" name="Freeform: Shape 17">
                <a:extLst>
                  <a:ext uri="{FF2B5EF4-FFF2-40B4-BE49-F238E27FC236}">
                    <a16:creationId xmlns:a16="http://schemas.microsoft.com/office/drawing/2014/main" id="{DB514B52-5DE2-29B6-6A69-0887881134DA}"/>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grpFill/>
              <a:ln w="185" cap="flat">
                <a:noFill/>
                <a:prstDash val="solid"/>
                <a:miter/>
              </a:ln>
            </p:spPr>
            <p:txBody>
              <a:bodyPr rtlCol="0" anchor="ctr"/>
              <a:lstStyle/>
              <a:p>
                <a:pPr algn="ctr"/>
                <a:endParaRPr lang="ja-JP" altLang="en-US"/>
              </a:p>
            </p:txBody>
          </p:sp>
          <p:sp>
            <p:nvSpPr>
              <p:cNvPr id="116" name="Freeform: Shape 18">
                <a:extLst>
                  <a:ext uri="{FF2B5EF4-FFF2-40B4-BE49-F238E27FC236}">
                    <a16:creationId xmlns:a16="http://schemas.microsoft.com/office/drawing/2014/main" id="{044B59F8-BB42-89C4-C723-BB77BCE289CC}"/>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grpFill/>
              <a:ln w="185" cap="flat">
                <a:noFill/>
                <a:prstDash val="solid"/>
                <a:miter/>
              </a:ln>
            </p:spPr>
            <p:txBody>
              <a:bodyPr rtlCol="0" anchor="ctr"/>
              <a:lstStyle/>
              <a:p>
                <a:pPr algn="ctr"/>
                <a:endParaRPr lang="ja-JP" altLang="en-US"/>
              </a:p>
            </p:txBody>
          </p:sp>
        </p:grpSp>
      </p:grpSp>
      <p:pic>
        <p:nvPicPr>
          <p:cNvPr id="9" name="図 8">
            <a:extLst>
              <a:ext uri="{FF2B5EF4-FFF2-40B4-BE49-F238E27FC236}">
                <a16:creationId xmlns:a16="http://schemas.microsoft.com/office/drawing/2014/main" id="{FC0C48A4-59CB-B818-F57C-196FDABB27E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74701" y="6286765"/>
            <a:ext cx="2238018" cy="258915"/>
          </a:xfrm>
          <a:prstGeom prst="rect">
            <a:avLst/>
          </a:prstGeom>
        </p:spPr>
      </p:pic>
    </p:spTree>
    <p:extLst>
      <p:ext uri="{BB962C8B-B14F-4D97-AF65-F5344CB8AC3E}">
        <p14:creationId xmlns:p14="http://schemas.microsoft.com/office/powerpoint/2010/main" val="387073341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KV">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841B1921-14BA-8B1E-BF1C-D0CCABEB893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201000"/>
          </a:xfrm>
          <a:prstGeom prst="rect">
            <a:avLst/>
          </a:prstGeom>
        </p:spPr>
      </p:pic>
      <p:pic>
        <p:nvPicPr>
          <p:cNvPr id="6" name="Element">
            <a:extLst>
              <a:ext uri="{FF2B5EF4-FFF2-40B4-BE49-F238E27FC236}">
                <a16:creationId xmlns:a16="http://schemas.microsoft.com/office/drawing/2014/main" id="{ADE40C94-7A9B-2119-C23E-87397503D51C}"/>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rcRect r="52891"/>
          <a:stretch>
            <a:fillRect/>
          </a:stretch>
        </p:blipFill>
        <p:spPr>
          <a:xfrm>
            <a:off x="10013455" y="2282456"/>
            <a:ext cx="2178545" cy="2546206"/>
          </a:xfrm>
          <a:prstGeom prst="rect">
            <a:avLst/>
          </a:prstGeom>
        </p:spPr>
      </p:pic>
      <p:sp>
        <p:nvSpPr>
          <p:cNvPr id="4" name="Slide Number">
            <a:extLst>
              <a:ext uri="{FF2B5EF4-FFF2-40B4-BE49-F238E27FC236}">
                <a16:creationId xmlns:a16="http://schemas.microsoft.com/office/drawing/2014/main" id="{01BDC6F6-F5FF-F987-9F82-276AD456056E}"/>
              </a:ext>
            </a:extLst>
          </p:cNvPr>
          <p:cNvSpPr>
            <a:spLocks noGrp="1"/>
          </p:cNvSpPr>
          <p:nvPr userDrawn="1">
            <p:ph type="sldNum" sz="quarter" idx="12"/>
          </p:nvPr>
        </p:nvSpPr>
        <p:spPr/>
        <p:txBody>
          <a:bodyPr/>
          <a:lstStyle/>
          <a:p>
            <a:fld id="{D86BB799-6FD0-46CC-BD23-123A9802B36E}" type="slidenum">
              <a:rPr kumimoji="1" lang="ja-JP" altLang="en-US" smtClean="0"/>
              <a:t>‹#›</a:t>
            </a:fld>
            <a:endParaRPr kumimoji="1" lang="ja-JP" altLang="en-US" dirty="0"/>
          </a:p>
        </p:txBody>
      </p:sp>
      <p:sp>
        <p:nvSpPr>
          <p:cNvPr id="2" name="Date">
            <a:extLst>
              <a:ext uri="{FF2B5EF4-FFF2-40B4-BE49-F238E27FC236}">
                <a16:creationId xmlns:a16="http://schemas.microsoft.com/office/drawing/2014/main" id="{08F0820F-16F6-A894-7DD3-E38BFF5BEBD1}"/>
              </a:ext>
            </a:extLst>
          </p:cNvPr>
          <p:cNvSpPr>
            <a:spLocks noGrp="1"/>
          </p:cNvSpPr>
          <p:nvPr userDrawn="1">
            <p:ph type="dt" sz="half" idx="10"/>
          </p:nvPr>
        </p:nvSpPr>
        <p:spPr/>
        <p:txBody>
          <a:bodyPr/>
          <a:lstStyle/>
          <a:p>
            <a:fld id="{1DFAE6B4-43F7-48E4-821D-5C62C1DF6C9A}" type="datetime1">
              <a:rPr kumimoji="1" lang="ja-JP" altLang="en-US" smtClean="0"/>
              <a:t>2026/3/31</a:t>
            </a:fld>
            <a:endParaRPr kumimoji="1" lang="ja-JP" altLang="en-US" dirty="0"/>
          </a:p>
        </p:txBody>
      </p:sp>
      <p:sp>
        <p:nvSpPr>
          <p:cNvPr id="3" name="Footer">
            <a:extLst>
              <a:ext uri="{FF2B5EF4-FFF2-40B4-BE49-F238E27FC236}">
                <a16:creationId xmlns:a16="http://schemas.microsoft.com/office/drawing/2014/main" id="{D993AA2F-1F21-D025-65D2-497604C1A8CF}"/>
              </a:ext>
            </a:extLst>
          </p:cNvPr>
          <p:cNvSpPr>
            <a:spLocks noGrp="1"/>
          </p:cNvSpPr>
          <p:nvPr userDrawn="1">
            <p:ph type="ftr" sz="quarter" idx="11"/>
          </p:nvPr>
        </p:nvSpPr>
        <p:spPr/>
        <p:txBody>
          <a:bodyPr/>
          <a:lstStyle/>
          <a:p>
            <a:endParaRPr kumimoji="1" lang="ja-JP" altLang="en-US" dirty="0"/>
          </a:p>
        </p:txBody>
      </p:sp>
      <p:sp>
        <p:nvSpPr>
          <p:cNvPr id="12" name="Contents Text">
            <a:extLst>
              <a:ext uri="{FF2B5EF4-FFF2-40B4-BE49-F238E27FC236}">
                <a16:creationId xmlns:a16="http://schemas.microsoft.com/office/drawing/2014/main" id="{49B0C077-FDD2-4053-B797-8865A4979058}"/>
              </a:ext>
            </a:extLst>
          </p:cNvPr>
          <p:cNvSpPr>
            <a:spLocks noGrp="1"/>
          </p:cNvSpPr>
          <p:nvPr userDrawn="1">
            <p:ph type="body" idx="1"/>
          </p:nvPr>
        </p:nvSpPr>
        <p:spPr>
          <a:xfrm>
            <a:off x="480000" y="5085000"/>
            <a:ext cx="8316000" cy="684000"/>
          </a:xfrm>
        </p:spPr>
        <p:txBody>
          <a:bodyPr>
            <a:normAutofit/>
          </a:bodyPr>
          <a:lstStyle>
            <a:lvl1pPr marL="0" indent="0">
              <a:spcBef>
                <a:spcPts val="1000"/>
              </a:spcBef>
              <a:buNone/>
              <a:defRPr sz="1400">
                <a:solidFill>
                  <a:srgbClr val="0000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dirty="0"/>
              <a:t>マスター テキストの書式設定</a:t>
            </a:r>
          </a:p>
        </p:txBody>
      </p:sp>
      <p:sp>
        <p:nvSpPr>
          <p:cNvPr id="13" name="Title">
            <a:extLst>
              <a:ext uri="{FF2B5EF4-FFF2-40B4-BE49-F238E27FC236}">
                <a16:creationId xmlns:a16="http://schemas.microsoft.com/office/drawing/2014/main" id="{D8DBBC3B-6213-CCD3-32D4-847DD234DBD8}"/>
              </a:ext>
            </a:extLst>
          </p:cNvPr>
          <p:cNvSpPr>
            <a:spLocks noGrp="1"/>
          </p:cNvSpPr>
          <p:nvPr userDrawn="1">
            <p:ph type="title"/>
          </p:nvPr>
        </p:nvSpPr>
        <p:spPr>
          <a:xfrm>
            <a:off x="480000" y="1989000"/>
            <a:ext cx="8316000" cy="2663751"/>
          </a:xfrm>
        </p:spPr>
        <p:txBody>
          <a:bodyPr>
            <a:normAutofit/>
          </a:bodyPr>
          <a:lstStyle>
            <a:lvl1pPr>
              <a:defRPr sz="3600">
                <a:solidFill>
                  <a:srgbClr val="FFFFFF"/>
                </a:solidFill>
              </a:defRPr>
            </a:lvl1pPr>
          </a:lstStyle>
          <a:p>
            <a:r>
              <a:rPr kumimoji="1" lang="ja-JP" altLang="en-US" dirty="0"/>
              <a:t>マスター タイトルの書式設定</a:t>
            </a:r>
          </a:p>
        </p:txBody>
      </p:sp>
      <p:sp>
        <p:nvSpPr>
          <p:cNvPr id="8" name="Confidentiality Level">
            <a:extLst>
              <a:ext uri="{FF2B5EF4-FFF2-40B4-BE49-F238E27FC236}">
                <a16:creationId xmlns:a16="http://schemas.microsoft.com/office/drawing/2014/main" id="{49A3587C-251A-C76A-E7DF-029D43163B58}"/>
              </a:ext>
            </a:extLst>
          </p:cNvPr>
          <p:cNvSpPr/>
          <p:nvPr userDrawn="1"/>
        </p:nvSpPr>
        <p:spPr>
          <a:xfrm>
            <a:off x="10995600" y="563400"/>
            <a:ext cx="716400" cy="367200"/>
          </a:xfrm>
          <a:prstGeom prst="rect">
            <a:avLst/>
          </a:prstGeom>
          <a:solidFill>
            <a:srgbClr val="FFFFFF"/>
          </a:solid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wrap="none" lIns="126000" tIns="90000" rIns="126000" bIns="90000" rtlCol="0" anchor="ctr">
            <a:spAutoFit/>
          </a:bodyPr>
          <a:lstStyle/>
          <a:p>
            <a:pPr algn="r"/>
            <a:r>
              <a:rPr kumimoji="1" lang="ja-JP" altLang="en-US" sz="1200" dirty="0">
                <a:solidFill>
                  <a:srgbClr val="CC0000"/>
                </a:solidFill>
              </a:rPr>
              <a:t>社外秘</a:t>
            </a:r>
          </a:p>
        </p:txBody>
      </p:sp>
      <p:sp>
        <p:nvSpPr>
          <p:cNvPr id="11" name="Section Number">
            <a:extLst>
              <a:ext uri="{FF2B5EF4-FFF2-40B4-BE49-F238E27FC236}">
                <a16:creationId xmlns:a16="http://schemas.microsoft.com/office/drawing/2014/main" id="{4C426C0C-6F63-D8C4-1450-3660BD11F0F8}"/>
              </a:ext>
            </a:extLst>
          </p:cNvPr>
          <p:cNvSpPr>
            <a:spLocks noGrp="1"/>
          </p:cNvSpPr>
          <p:nvPr userDrawn="1">
            <p:ph type="body" sz="quarter" idx="13" hasCustomPrompt="1"/>
          </p:nvPr>
        </p:nvSpPr>
        <p:spPr>
          <a:xfrm>
            <a:off x="480000" y="441000"/>
            <a:ext cx="5400000" cy="1116000"/>
          </a:xfrm>
        </p:spPr>
        <p:txBody>
          <a:bodyPr anchor="b" anchorCtr="0">
            <a:normAutofit/>
          </a:bodyPr>
          <a:lstStyle>
            <a:lvl1pPr marL="0" indent="0">
              <a:spcBef>
                <a:spcPts val="0"/>
              </a:spcBef>
              <a:buFontTx/>
              <a:buNone/>
              <a:defRPr sz="5400">
                <a:solidFill>
                  <a:srgbClr val="FFFFFF"/>
                </a:solidFill>
                <a:latin typeface="+mj-lt"/>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No.</a:t>
            </a:r>
            <a:endParaRPr kumimoji="1" lang="ja-JP" altLang="en-US" dirty="0"/>
          </a:p>
        </p:txBody>
      </p:sp>
    </p:spTree>
    <p:extLst>
      <p:ext uri="{BB962C8B-B14F-4D97-AF65-F5344CB8AC3E}">
        <p14:creationId xmlns:p14="http://schemas.microsoft.com/office/powerpoint/2010/main" val="378525217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52" name="Color Sample">
            <a:extLst>
              <a:ext uri="{FF2B5EF4-FFF2-40B4-BE49-F238E27FC236}">
                <a16:creationId xmlns:a16="http://schemas.microsoft.com/office/drawing/2014/main" id="{BA62545C-7790-EC51-BB98-7AD825EFB1C1}"/>
              </a:ext>
              <a:ext uri="{C183D7F6-B498-43B3-948B-1728B52AA6E4}">
                <adec:decorative xmlns:adec="http://schemas.microsoft.com/office/drawing/2017/decorative" val="1"/>
              </a:ext>
            </a:extLst>
          </p:cNvPr>
          <p:cNvGrpSpPr>
            <a:grpSpLocks/>
          </p:cNvGrpSpPr>
          <p:nvPr userDrawn="1"/>
        </p:nvGrpSpPr>
        <p:grpSpPr>
          <a:xfrm>
            <a:off x="12380400" y="55979"/>
            <a:ext cx="737382" cy="6802021"/>
            <a:chOff x="12380400" y="55979"/>
            <a:chExt cx="737382" cy="6802021"/>
          </a:xfrm>
        </p:grpSpPr>
        <p:grpSp>
          <p:nvGrpSpPr>
            <p:cNvPr id="53" name="Functional Color">
              <a:extLst>
                <a:ext uri="{FF2B5EF4-FFF2-40B4-BE49-F238E27FC236}">
                  <a16:creationId xmlns:a16="http://schemas.microsoft.com/office/drawing/2014/main" id="{788D88C0-949E-CEBC-248F-72E808F2AC98}"/>
                </a:ext>
              </a:extLst>
            </p:cNvPr>
            <p:cNvGrpSpPr>
              <a:grpSpLocks/>
            </p:cNvGrpSpPr>
            <p:nvPr userDrawn="1"/>
          </p:nvGrpSpPr>
          <p:grpSpPr>
            <a:xfrm>
              <a:off x="12380400" y="5040945"/>
              <a:ext cx="737382" cy="1817055"/>
              <a:chOff x="12938528" y="5040945"/>
              <a:chExt cx="737382" cy="1817055"/>
            </a:xfrm>
          </p:grpSpPr>
          <p:grpSp>
            <p:nvGrpSpPr>
              <p:cNvPr id="181" name="Orange">
                <a:extLst>
                  <a:ext uri="{FF2B5EF4-FFF2-40B4-BE49-F238E27FC236}">
                    <a16:creationId xmlns:a16="http://schemas.microsoft.com/office/drawing/2014/main" id="{87A88F02-2981-1DFA-6181-4641B98662C3}"/>
                  </a:ext>
                </a:extLst>
              </p:cNvPr>
              <p:cNvGrpSpPr>
                <a:grpSpLocks/>
              </p:cNvGrpSpPr>
              <p:nvPr userDrawn="1"/>
            </p:nvGrpSpPr>
            <p:grpSpPr>
              <a:xfrm>
                <a:off x="13486734" y="5420073"/>
                <a:ext cx="186260" cy="1437927"/>
                <a:chOff x="0" y="0"/>
                <a:chExt cx="720000" cy="1800000"/>
              </a:xfrm>
            </p:grpSpPr>
            <p:sp>
              <p:nvSpPr>
                <p:cNvPr id="201" name="Orange 100">
                  <a:extLst>
                    <a:ext uri="{FF2B5EF4-FFF2-40B4-BE49-F238E27FC236}">
                      <a16:creationId xmlns:a16="http://schemas.microsoft.com/office/drawing/2014/main" id="{1F29623A-1A6B-3F46-562C-97BD60231C1A}"/>
                    </a:ext>
                    <a:ext uri="{C183D7F6-B498-43B3-948B-1728B52AA6E4}">
                      <adec:decorative xmlns:adec="http://schemas.microsoft.com/office/drawing/2017/decorative" val="1"/>
                    </a:ext>
                  </a:extLst>
                </p:cNvPr>
                <p:cNvSpPr>
                  <a:spLocks/>
                </p:cNvSpPr>
                <p:nvPr/>
              </p:nvSpPr>
              <p:spPr>
                <a:xfrm>
                  <a:off x="0" y="1440000"/>
                  <a:ext cx="720000" cy="360000"/>
                </a:xfrm>
                <a:prstGeom prst="rect">
                  <a:avLst/>
                </a:prstGeom>
                <a:solidFill>
                  <a:srgbClr val="4020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2" name="Orange 80">
                  <a:extLst>
                    <a:ext uri="{FF2B5EF4-FFF2-40B4-BE49-F238E27FC236}">
                      <a16:creationId xmlns:a16="http://schemas.microsoft.com/office/drawing/2014/main" id="{DC994C7E-6F8B-E03A-FE89-0AB8A24144F5}"/>
                    </a:ext>
                    <a:ext uri="{C183D7F6-B498-43B3-948B-1728B52AA6E4}">
                      <adec:decorative xmlns:adec="http://schemas.microsoft.com/office/drawing/2017/decorative" val="1"/>
                    </a:ext>
                  </a:extLst>
                </p:cNvPr>
                <p:cNvSpPr>
                  <a:spLocks/>
                </p:cNvSpPr>
                <p:nvPr/>
              </p:nvSpPr>
              <p:spPr>
                <a:xfrm>
                  <a:off x="0" y="1080000"/>
                  <a:ext cx="720000" cy="360000"/>
                </a:xfrm>
                <a:prstGeom prst="rect">
                  <a:avLst/>
                </a:prstGeom>
                <a:solidFill>
                  <a:srgbClr val="A54D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3" name="Orange 60">
                  <a:extLst>
                    <a:ext uri="{FF2B5EF4-FFF2-40B4-BE49-F238E27FC236}">
                      <a16:creationId xmlns:a16="http://schemas.microsoft.com/office/drawing/2014/main" id="{71BC729C-1C0C-A95D-6448-5CCACE411225}"/>
                    </a:ext>
                    <a:ext uri="{C183D7F6-B498-43B3-948B-1728B52AA6E4}">
                      <adec:decorative xmlns:adec="http://schemas.microsoft.com/office/drawing/2017/decorative" val="1"/>
                    </a:ext>
                  </a:extLst>
                </p:cNvPr>
                <p:cNvSpPr>
                  <a:spLocks/>
                </p:cNvSpPr>
                <p:nvPr/>
              </p:nvSpPr>
              <p:spPr>
                <a:xfrm>
                  <a:off x="0" y="720000"/>
                  <a:ext cx="720000" cy="360000"/>
                </a:xfrm>
                <a:prstGeom prst="rect">
                  <a:avLst/>
                </a:prstGeom>
                <a:solidFill>
                  <a:srgbClr val="F47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4" name="Orange 40">
                  <a:extLst>
                    <a:ext uri="{FF2B5EF4-FFF2-40B4-BE49-F238E27FC236}">
                      <a16:creationId xmlns:a16="http://schemas.microsoft.com/office/drawing/2014/main" id="{B9ECDC78-87D2-017B-8197-7BBD47FCD1A4}"/>
                    </a:ext>
                    <a:ext uri="{C183D7F6-B498-43B3-948B-1728B52AA6E4}">
                      <adec:decorative xmlns:adec="http://schemas.microsoft.com/office/drawing/2017/decorative" val="1"/>
                    </a:ext>
                  </a:extLst>
                </p:cNvPr>
                <p:cNvSpPr>
                  <a:spLocks/>
                </p:cNvSpPr>
                <p:nvPr/>
              </p:nvSpPr>
              <p:spPr>
                <a:xfrm>
                  <a:off x="0" y="360000"/>
                  <a:ext cx="720000" cy="360000"/>
                </a:xfrm>
                <a:prstGeom prst="rect">
                  <a:avLst/>
                </a:prstGeom>
                <a:solidFill>
                  <a:srgbClr val="FFA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5" name="Orange 20">
                  <a:extLst>
                    <a:ext uri="{FF2B5EF4-FFF2-40B4-BE49-F238E27FC236}">
                      <a16:creationId xmlns:a16="http://schemas.microsoft.com/office/drawing/2014/main" id="{AEA9D749-B0DB-A2A4-CE3C-FDAA5A3AE5E1}"/>
                    </a:ext>
                    <a:ext uri="{C183D7F6-B498-43B3-948B-1728B52AA6E4}">
                      <adec:decorative xmlns:adec="http://schemas.microsoft.com/office/drawing/2017/decorative" val="1"/>
                    </a:ext>
                  </a:extLst>
                </p:cNvPr>
                <p:cNvSpPr>
                  <a:spLocks/>
                </p:cNvSpPr>
                <p:nvPr/>
              </p:nvSpPr>
              <p:spPr>
                <a:xfrm>
                  <a:off x="0" y="0"/>
                  <a:ext cx="720000" cy="360000"/>
                </a:xfrm>
                <a:prstGeom prst="rect">
                  <a:avLst/>
                </a:prstGeom>
                <a:solidFill>
                  <a:srgbClr val="FFE4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2" name="Magenta">
                <a:extLst>
                  <a:ext uri="{FF2B5EF4-FFF2-40B4-BE49-F238E27FC236}">
                    <a16:creationId xmlns:a16="http://schemas.microsoft.com/office/drawing/2014/main" id="{27D9E2A8-BB9E-3A65-3BAF-FD10E6BC6BD0}"/>
                  </a:ext>
                </a:extLst>
              </p:cNvPr>
              <p:cNvGrpSpPr>
                <a:grpSpLocks/>
              </p:cNvGrpSpPr>
              <p:nvPr userDrawn="1"/>
            </p:nvGrpSpPr>
            <p:grpSpPr>
              <a:xfrm>
                <a:off x="13303370" y="5420073"/>
                <a:ext cx="186260" cy="1437927"/>
                <a:chOff x="0" y="0"/>
                <a:chExt cx="720000" cy="1800000"/>
              </a:xfrm>
            </p:grpSpPr>
            <p:sp>
              <p:nvSpPr>
                <p:cNvPr id="196" name="Magenta 100">
                  <a:extLst>
                    <a:ext uri="{FF2B5EF4-FFF2-40B4-BE49-F238E27FC236}">
                      <a16:creationId xmlns:a16="http://schemas.microsoft.com/office/drawing/2014/main" id="{EFDD0108-1B11-BFB3-EE7D-5A80C853A5CE}"/>
                    </a:ext>
                    <a:ext uri="{C183D7F6-B498-43B3-948B-1728B52AA6E4}">
                      <adec:decorative xmlns:adec="http://schemas.microsoft.com/office/drawing/2017/decorative" val="1"/>
                    </a:ext>
                  </a:extLst>
                </p:cNvPr>
                <p:cNvSpPr>
                  <a:spLocks/>
                </p:cNvSpPr>
                <p:nvPr/>
              </p:nvSpPr>
              <p:spPr>
                <a:xfrm>
                  <a:off x="0" y="1440000"/>
                  <a:ext cx="720000" cy="360000"/>
                </a:xfrm>
                <a:prstGeom prst="rect">
                  <a:avLst/>
                </a:prstGeom>
                <a:solidFill>
                  <a:srgbClr val="3713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7" name="Magenta 80">
                  <a:extLst>
                    <a:ext uri="{FF2B5EF4-FFF2-40B4-BE49-F238E27FC236}">
                      <a16:creationId xmlns:a16="http://schemas.microsoft.com/office/drawing/2014/main" id="{0BD2D980-9E7B-1F48-9A69-92D255B33552}"/>
                    </a:ext>
                    <a:ext uri="{C183D7F6-B498-43B3-948B-1728B52AA6E4}">
                      <adec:decorative xmlns:adec="http://schemas.microsoft.com/office/drawing/2017/decorative" val="1"/>
                    </a:ext>
                  </a:extLst>
                </p:cNvPr>
                <p:cNvSpPr>
                  <a:spLocks/>
                </p:cNvSpPr>
                <p:nvPr/>
              </p:nvSpPr>
              <p:spPr>
                <a:xfrm>
                  <a:off x="0" y="1080000"/>
                  <a:ext cx="720000" cy="360000"/>
                </a:xfrm>
                <a:prstGeom prst="rect">
                  <a:avLst/>
                </a:prstGeom>
                <a:solidFill>
                  <a:srgbClr val="8E2C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8" name="Magenta 60">
                  <a:extLst>
                    <a:ext uri="{FF2B5EF4-FFF2-40B4-BE49-F238E27FC236}">
                      <a16:creationId xmlns:a16="http://schemas.microsoft.com/office/drawing/2014/main" id="{96B2E31F-CE39-ACBE-202F-FA7D29390ABB}"/>
                    </a:ext>
                    <a:ext uri="{C183D7F6-B498-43B3-948B-1728B52AA6E4}">
                      <adec:decorative xmlns:adec="http://schemas.microsoft.com/office/drawing/2017/decorative" val="1"/>
                    </a:ext>
                  </a:extLst>
                </p:cNvPr>
                <p:cNvSpPr>
                  <a:spLocks/>
                </p:cNvSpPr>
                <p:nvPr/>
              </p:nvSpPr>
              <p:spPr>
                <a:xfrm>
                  <a:off x="0" y="720000"/>
                  <a:ext cx="720000" cy="360000"/>
                </a:xfrm>
                <a:prstGeom prst="rect">
                  <a:avLst/>
                </a:prstGeom>
                <a:solidFill>
                  <a:srgbClr val="D34D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9" name="Magenta 40">
                  <a:extLst>
                    <a:ext uri="{FF2B5EF4-FFF2-40B4-BE49-F238E27FC236}">
                      <a16:creationId xmlns:a16="http://schemas.microsoft.com/office/drawing/2014/main" id="{AC55BD89-8C4B-30BB-4D53-1D756519D3E7}"/>
                    </a:ext>
                    <a:ext uri="{C183D7F6-B498-43B3-948B-1728B52AA6E4}">
                      <adec:decorative xmlns:adec="http://schemas.microsoft.com/office/drawing/2017/decorative" val="1"/>
                    </a:ext>
                  </a:extLst>
                </p:cNvPr>
                <p:cNvSpPr>
                  <a:spLocks/>
                </p:cNvSpPr>
                <p:nvPr/>
              </p:nvSpPr>
              <p:spPr>
                <a:xfrm>
                  <a:off x="0" y="360000"/>
                  <a:ext cx="720000" cy="360000"/>
                </a:xfrm>
                <a:prstGeom prst="rect">
                  <a:avLst/>
                </a:prstGeom>
                <a:solidFill>
                  <a:srgbClr val="F79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0" name="Magenta 20">
                  <a:extLst>
                    <a:ext uri="{FF2B5EF4-FFF2-40B4-BE49-F238E27FC236}">
                      <a16:creationId xmlns:a16="http://schemas.microsoft.com/office/drawing/2014/main" id="{EB53E37B-685C-3454-CFF8-0EBCB3023445}"/>
                    </a:ext>
                    <a:ext uri="{C183D7F6-B498-43B3-948B-1728B52AA6E4}">
                      <adec:decorative xmlns:adec="http://schemas.microsoft.com/office/drawing/2017/decorative" val="1"/>
                    </a:ext>
                  </a:extLst>
                </p:cNvPr>
                <p:cNvSpPr>
                  <a:spLocks/>
                </p:cNvSpPr>
                <p:nvPr/>
              </p:nvSpPr>
              <p:spPr>
                <a:xfrm>
                  <a:off x="0" y="0"/>
                  <a:ext cx="720000" cy="360000"/>
                </a:xfrm>
                <a:prstGeom prst="rect">
                  <a:avLst/>
                </a:prstGeom>
                <a:solidFill>
                  <a:srgbClr val="FFE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3" name="Teal">
                <a:extLst>
                  <a:ext uri="{FF2B5EF4-FFF2-40B4-BE49-F238E27FC236}">
                    <a16:creationId xmlns:a16="http://schemas.microsoft.com/office/drawing/2014/main" id="{B39764BA-EDF8-0A07-C61F-251883DA1168}"/>
                  </a:ext>
                </a:extLst>
              </p:cNvPr>
              <p:cNvGrpSpPr>
                <a:grpSpLocks/>
              </p:cNvGrpSpPr>
              <p:nvPr userDrawn="1"/>
            </p:nvGrpSpPr>
            <p:grpSpPr>
              <a:xfrm>
                <a:off x="13118915" y="5420073"/>
                <a:ext cx="186260" cy="1437927"/>
                <a:chOff x="-11724" y="0"/>
                <a:chExt cx="720000" cy="1800000"/>
              </a:xfrm>
            </p:grpSpPr>
            <p:sp>
              <p:nvSpPr>
                <p:cNvPr id="191" name="Teal 100">
                  <a:extLst>
                    <a:ext uri="{FF2B5EF4-FFF2-40B4-BE49-F238E27FC236}">
                      <a16:creationId xmlns:a16="http://schemas.microsoft.com/office/drawing/2014/main" id="{DDF84552-53AE-3F8F-4E51-26C76C0A6196}"/>
                    </a:ext>
                    <a:ext uri="{C183D7F6-B498-43B3-948B-1728B52AA6E4}">
                      <adec:decorative xmlns:adec="http://schemas.microsoft.com/office/drawing/2017/decorative" val="1"/>
                    </a:ext>
                  </a:extLst>
                </p:cNvPr>
                <p:cNvSpPr>
                  <a:spLocks/>
                </p:cNvSpPr>
                <p:nvPr/>
              </p:nvSpPr>
              <p:spPr>
                <a:xfrm>
                  <a:off x="-11724" y="1440000"/>
                  <a:ext cx="720000" cy="360000"/>
                </a:xfrm>
                <a:prstGeom prst="rect">
                  <a:avLst/>
                </a:prstGeom>
                <a:solidFill>
                  <a:srgbClr val="03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2" name="Teal 80">
                  <a:extLst>
                    <a:ext uri="{FF2B5EF4-FFF2-40B4-BE49-F238E27FC236}">
                      <a16:creationId xmlns:a16="http://schemas.microsoft.com/office/drawing/2014/main" id="{BB05C799-C9F6-6E85-6852-2A7982F6F4E7}"/>
                    </a:ext>
                    <a:ext uri="{C183D7F6-B498-43B3-948B-1728B52AA6E4}">
                      <adec:decorative xmlns:adec="http://schemas.microsoft.com/office/drawing/2017/decorative" val="1"/>
                    </a:ext>
                  </a:extLst>
                </p:cNvPr>
                <p:cNvSpPr>
                  <a:spLocks/>
                </p:cNvSpPr>
                <p:nvPr/>
              </p:nvSpPr>
              <p:spPr>
                <a:xfrm>
                  <a:off x="-11724" y="1080000"/>
                  <a:ext cx="720000" cy="360000"/>
                </a:xfrm>
                <a:prstGeom prst="rect">
                  <a:avLst/>
                </a:prstGeom>
                <a:solidFill>
                  <a:srgbClr val="1C6C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3" name="Teal 60">
                  <a:extLst>
                    <a:ext uri="{FF2B5EF4-FFF2-40B4-BE49-F238E27FC236}">
                      <a16:creationId xmlns:a16="http://schemas.microsoft.com/office/drawing/2014/main" id="{55FEA39B-91BA-4781-8DB8-D8BBD74F8B47}"/>
                    </a:ext>
                    <a:ext uri="{C183D7F6-B498-43B3-948B-1728B52AA6E4}">
                      <adec:decorative xmlns:adec="http://schemas.microsoft.com/office/drawing/2017/decorative" val="1"/>
                    </a:ext>
                  </a:extLst>
                </p:cNvPr>
                <p:cNvSpPr>
                  <a:spLocks/>
                </p:cNvSpPr>
                <p:nvPr/>
              </p:nvSpPr>
              <p:spPr>
                <a:xfrm>
                  <a:off x="-11724" y="720000"/>
                  <a:ext cx="720000" cy="360000"/>
                </a:xfrm>
                <a:prstGeom prst="rect">
                  <a:avLst/>
                </a:prstGeom>
                <a:solidFill>
                  <a:srgbClr val="00B1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4" name="Teal 40">
                  <a:extLst>
                    <a:ext uri="{FF2B5EF4-FFF2-40B4-BE49-F238E27FC236}">
                      <a16:creationId xmlns:a16="http://schemas.microsoft.com/office/drawing/2014/main" id="{7F4D14AA-C752-5DE1-5CCE-E664DC4E4222}"/>
                    </a:ext>
                    <a:ext uri="{C183D7F6-B498-43B3-948B-1728B52AA6E4}">
                      <adec:decorative xmlns:adec="http://schemas.microsoft.com/office/drawing/2017/decorative" val="1"/>
                    </a:ext>
                  </a:extLst>
                </p:cNvPr>
                <p:cNvSpPr>
                  <a:spLocks/>
                </p:cNvSpPr>
                <p:nvPr/>
              </p:nvSpPr>
              <p:spPr>
                <a:xfrm>
                  <a:off x="-11724" y="360000"/>
                  <a:ext cx="720000" cy="360000"/>
                </a:xfrm>
                <a:prstGeom prst="rect">
                  <a:avLst/>
                </a:prstGeom>
                <a:solidFill>
                  <a:srgbClr val="63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5" name="Teal 20">
                  <a:extLst>
                    <a:ext uri="{FF2B5EF4-FFF2-40B4-BE49-F238E27FC236}">
                      <a16:creationId xmlns:a16="http://schemas.microsoft.com/office/drawing/2014/main" id="{5D0D78C8-8CCD-1067-7E52-E7F662F2F76B}"/>
                    </a:ext>
                    <a:ext uri="{C183D7F6-B498-43B3-948B-1728B52AA6E4}">
                      <adec:decorative xmlns:adec="http://schemas.microsoft.com/office/drawing/2017/decorative" val="1"/>
                    </a:ext>
                  </a:extLst>
                </p:cNvPr>
                <p:cNvSpPr>
                  <a:spLocks/>
                </p:cNvSpPr>
                <p:nvPr/>
              </p:nvSpPr>
              <p:spPr>
                <a:xfrm>
                  <a:off x="-11724" y="0"/>
                  <a:ext cx="720000" cy="360000"/>
                </a:xfrm>
                <a:prstGeom prst="rect">
                  <a:avLst/>
                </a:prstGeom>
                <a:solidFill>
                  <a:srgbClr val="CF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4" name="Ash">
                <a:extLst>
                  <a:ext uri="{FF2B5EF4-FFF2-40B4-BE49-F238E27FC236}">
                    <a16:creationId xmlns:a16="http://schemas.microsoft.com/office/drawing/2014/main" id="{8C0767D5-DD35-9B6D-2823-CED185ED326A}"/>
                  </a:ext>
                </a:extLst>
              </p:cNvPr>
              <p:cNvGrpSpPr>
                <a:grpSpLocks/>
              </p:cNvGrpSpPr>
              <p:nvPr userDrawn="1"/>
            </p:nvGrpSpPr>
            <p:grpSpPr>
              <a:xfrm>
                <a:off x="12938528" y="5420073"/>
                <a:ext cx="186260" cy="1437927"/>
                <a:chOff x="0" y="0"/>
                <a:chExt cx="720000" cy="1800000"/>
              </a:xfrm>
            </p:grpSpPr>
            <p:sp>
              <p:nvSpPr>
                <p:cNvPr id="186" name="Ash 100">
                  <a:extLst>
                    <a:ext uri="{FF2B5EF4-FFF2-40B4-BE49-F238E27FC236}">
                      <a16:creationId xmlns:a16="http://schemas.microsoft.com/office/drawing/2014/main" id="{F7CB6E45-CA71-DEE3-8780-7BCB0D6AC13F}"/>
                    </a:ext>
                    <a:ext uri="{C183D7F6-B498-43B3-948B-1728B52AA6E4}">
                      <adec:decorative xmlns:adec="http://schemas.microsoft.com/office/drawing/2017/decorative" val="1"/>
                    </a:ext>
                  </a:extLst>
                </p:cNvPr>
                <p:cNvSpPr>
                  <a:spLocks/>
                </p:cNvSpPr>
                <p:nvPr/>
              </p:nvSpPr>
              <p:spPr>
                <a:xfrm>
                  <a:off x="0" y="1440000"/>
                  <a:ext cx="720000" cy="360000"/>
                </a:xfrm>
                <a:prstGeom prst="rect">
                  <a:avLst/>
                </a:prstGeom>
                <a:solidFill>
                  <a:srgbClr val="1E26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7" name="Ash 80">
                  <a:extLst>
                    <a:ext uri="{FF2B5EF4-FFF2-40B4-BE49-F238E27FC236}">
                      <a16:creationId xmlns:a16="http://schemas.microsoft.com/office/drawing/2014/main" id="{23895977-13A0-7196-9B9B-3FDBD1AC7E3D}"/>
                    </a:ext>
                    <a:ext uri="{C183D7F6-B498-43B3-948B-1728B52AA6E4}">
                      <adec:decorative xmlns:adec="http://schemas.microsoft.com/office/drawing/2017/decorative" val="1"/>
                    </a:ext>
                  </a:extLst>
                </p:cNvPr>
                <p:cNvSpPr>
                  <a:spLocks/>
                </p:cNvSpPr>
                <p:nvPr/>
              </p:nvSpPr>
              <p:spPr>
                <a:xfrm>
                  <a:off x="0" y="1080000"/>
                  <a:ext cx="720000" cy="360000"/>
                </a:xfrm>
                <a:prstGeom prst="rect">
                  <a:avLst/>
                </a:prstGeom>
                <a:solidFill>
                  <a:srgbClr val="4C6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8" name="Ash 60">
                  <a:extLst>
                    <a:ext uri="{FF2B5EF4-FFF2-40B4-BE49-F238E27FC236}">
                      <a16:creationId xmlns:a16="http://schemas.microsoft.com/office/drawing/2014/main" id="{599E08A6-E075-3370-B336-4BC0DE79E4B6}"/>
                    </a:ext>
                    <a:ext uri="{C183D7F6-B498-43B3-948B-1728B52AA6E4}">
                      <adec:decorative xmlns:adec="http://schemas.microsoft.com/office/drawing/2017/decorative" val="1"/>
                    </a:ext>
                  </a:extLst>
                </p:cNvPr>
                <p:cNvSpPr>
                  <a:spLocks/>
                </p:cNvSpPr>
                <p:nvPr/>
              </p:nvSpPr>
              <p:spPr>
                <a:xfrm>
                  <a:off x="0" y="720000"/>
                  <a:ext cx="720000" cy="360000"/>
                </a:xfrm>
                <a:prstGeom prst="rect">
                  <a:avLst/>
                </a:prstGeom>
                <a:solidFill>
                  <a:srgbClr val="6D89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9" name="Ash 40">
                  <a:extLst>
                    <a:ext uri="{FF2B5EF4-FFF2-40B4-BE49-F238E27FC236}">
                      <a16:creationId xmlns:a16="http://schemas.microsoft.com/office/drawing/2014/main" id="{93171A9E-CC59-30F1-FF7F-1F5BE3971648}"/>
                    </a:ext>
                    <a:ext uri="{C183D7F6-B498-43B3-948B-1728B52AA6E4}">
                      <adec:decorative xmlns:adec="http://schemas.microsoft.com/office/drawing/2017/decorative" val="1"/>
                    </a:ext>
                  </a:extLst>
                </p:cNvPr>
                <p:cNvSpPr>
                  <a:spLocks/>
                </p:cNvSpPr>
                <p:nvPr/>
              </p:nvSpPr>
              <p:spPr>
                <a:xfrm>
                  <a:off x="0" y="360000"/>
                  <a:ext cx="720000" cy="360000"/>
                </a:xfrm>
                <a:prstGeom prst="rect">
                  <a:avLst/>
                </a:prstGeom>
                <a:solidFill>
                  <a:srgbClr val="99B0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0" name="Ash 20">
                  <a:extLst>
                    <a:ext uri="{FF2B5EF4-FFF2-40B4-BE49-F238E27FC236}">
                      <a16:creationId xmlns:a16="http://schemas.microsoft.com/office/drawing/2014/main" id="{65761289-ECB3-1204-3586-BD5D69719F74}"/>
                    </a:ext>
                    <a:ext uri="{C183D7F6-B498-43B3-948B-1728B52AA6E4}">
                      <adec:decorative xmlns:adec="http://schemas.microsoft.com/office/drawing/2017/decorative" val="1"/>
                    </a:ext>
                  </a:extLst>
                </p:cNvPr>
                <p:cNvSpPr>
                  <a:spLocks/>
                </p:cNvSpPr>
                <p:nvPr/>
              </p:nvSpPr>
              <p:spPr>
                <a:xfrm>
                  <a:off x="0" y="0"/>
                  <a:ext cx="720000" cy="360000"/>
                </a:xfrm>
                <a:prstGeom prst="rect">
                  <a:avLst/>
                </a:prstGeom>
                <a:solidFill>
                  <a:srgbClr val="DDE5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5" name="text">
                <a:extLst>
                  <a:ext uri="{FF2B5EF4-FFF2-40B4-BE49-F238E27FC236}">
                    <a16:creationId xmlns:a16="http://schemas.microsoft.com/office/drawing/2014/main" id="{AD96878C-E40C-215F-5239-281225AA7943}"/>
                  </a:ext>
                  <a:ext uri="{C183D7F6-B498-43B3-948B-1728B52AA6E4}">
                    <adec:decorative xmlns:adec="http://schemas.microsoft.com/office/drawing/2017/decorative" val="1"/>
                  </a:ext>
                </a:extLst>
              </p:cNvPr>
              <p:cNvSpPr txBox="1">
                <a:spLocks/>
              </p:cNvSpPr>
              <p:nvPr userDrawn="1"/>
            </p:nvSpPr>
            <p:spPr>
              <a:xfrm>
                <a:off x="12938529" y="5040945"/>
                <a:ext cx="737381" cy="338554"/>
              </a:xfrm>
              <a:prstGeom prst="rect">
                <a:avLst/>
              </a:prstGeom>
              <a:noFill/>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ファンクショナル</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nvGrpSpPr>
            <p:cNvPr id="54" name="Secondary Color">
              <a:extLst>
                <a:ext uri="{FF2B5EF4-FFF2-40B4-BE49-F238E27FC236}">
                  <a16:creationId xmlns:a16="http://schemas.microsoft.com/office/drawing/2014/main" id="{61D45533-4AC1-21C3-4275-3F233373617B}"/>
                </a:ext>
              </a:extLst>
            </p:cNvPr>
            <p:cNvGrpSpPr>
              <a:grpSpLocks/>
            </p:cNvGrpSpPr>
            <p:nvPr userDrawn="1"/>
          </p:nvGrpSpPr>
          <p:grpSpPr>
            <a:xfrm>
              <a:off x="12380400" y="3119373"/>
              <a:ext cx="737381" cy="1831432"/>
              <a:chOff x="12938528" y="3119373"/>
              <a:chExt cx="737381" cy="1831432"/>
            </a:xfrm>
          </p:grpSpPr>
          <p:grpSp>
            <p:nvGrpSpPr>
              <p:cNvPr id="79" name="Yellow">
                <a:extLst>
                  <a:ext uri="{FF2B5EF4-FFF2-40B4-BE49-F238E27FC236}">
                    <a16:creationId xmlns:a16="http://schemas.microsoft.com/office/drawing/2014/main" id="{1D5275AB-A747-E77C-6E84-25D5C477EC59}"/>
                  </a:ext>
                </a:extLst>
              </p:cNvPr>
              <p:cNvGrpSpPr>
                <a:grpSpLocks/>
              </p:cNvGrpSpPr>
              <p:nvPr userDrawn="1"/>
            </p:nvGrpSpPr>
            <p:grpSpPr>
              <a:xfrm>
                <a:off x="13488691" y="3512878"/>
                <a:ext cx="187218" cy="1437927"/>
                <a:chOff x="0" y="0"/>
                <a:chExt cx="720000" cy="1800000"/>
              </a:xfrm>
            </p:grpSpPr>
            <p:sp>
              <p:nvSpPr>
                <p:cNvPr id="176" name="Yellow 100">
                  <a:extLst>
                    <a:ext uri="{FF2B5EF4-FFF2-40B4-BE49-F238E27FC236}">
                      <a16:creationId xmlns:a16="http://schemas.microsoft.com/office/drawing/2014/main" id="{0164550C-8509-5CCB-2AFA-15A301771920}"/>
                    </a:ext>
                    <a:ext uri="{C183D7F6-B498-43B3-948B-1728B52AA6E4}">
                      <adec:decorative xmlns:adec="http://schemas.microsoft.com/office/drawing/2017/decorative" val="1"/>
                    </a:ext>
                  </a:extLst>
                </p:cNvPr>
                <p:cNvSpPr>
                  <a:spLocks/>
                </p:cNvSpPr>
                <p:nvPr/>
              </p:nvSpPr>
              <p:spPr>
                <a:xfrm>
                  <a:off x="0" y="1440000"/>
                  <a:ext cx="720000" cy="360000"/>
                </a:xfrm>
                <a:prstGeom prst="rect">
                  <a:avLst/>
                </a:prstGeom>
                <a:solidFill>
                  <a:srgbClr val="332C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 name="Yellow 80">
                  <a:extLst>
                    <a:ext uri="{FF2B5EF4-FFF2-40B4-BE49-F238E27FC236}">
                      <a16:creationId xmlns:a16="http://schemas.microsoft.com/office/drawing/2014/main" id="{BFC4D62F-EFCD-E1C6-1A96-14C1EDCD5B9A}"/>
                    </a:ext>
                    <a:ext uri="{C183D7F6-B498-43B3-948B-1728B52AA6E4}">
                      <adec:decorative xmlns:adec="http://schemas.microsoft.com/office/drawing/2017/decorative" val="1"/>
                    </a:ext>
                  </a:extLst>
                </p:cNvPr>
                <p:cNvSpPr>
                  <a:spLocks/>
                </p:cNvSpPr>
                <p:nvPr/>
              </p:nvSpPr>
              <p:spPr>
                <a:xfrm>
                  <a:off x="0" y="1080000"/>
                  <a:ext cx="720000" cy="360000"/>
                </a:xfrm>
                <a:prstGeom prst="rect">
                  <a:avLst/>
                </a:prstGeom>
                <a:solidFill>
                  <a:srgbClr val="9B77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8" name="Yellow 60">
                  <a:extLst>
                    <a:ext uri="{FF2B5EF4-FFF2-40B4-BE49-F238E27FC236}">
                      <a16:creationId xmlns:a16="http://schemas.microsoft.com/office/drawing/2014/main" id="{15BC3296-7FD5-6C47-164E-C7AAFFA45965}"/>
                    </a:ext>
                    <a:ext uri="{C183D7F6-B498-43B3-948B-1728B52AA6E4}">
                      <adec:decorative xmlns:adec="http://schemas.microsoft.com/office/drawing/2017/decorative" val="1"/>
                    </a:ext>
                  </a:extLst>
                </p:cNvPr>
                <p:cNvSpPr>
                  <a:spLocks/>
                </p:cNvSpPr>
                <p:nvPr/>
              </p:nvSpPr>
              <p:spPr>
                <a:xfrm>
                  <a:off x="0" y="720000"/>
                  <a:ext cx="720000" cy="360000"/>
                </a:xfrm>
                <a:prstGeom prst="rect">
                  <a:avLst/>
                </a:prstGeom>
                <a:solidFill>
                  <a:srgbClr val="F3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9" name="Yellow 40">
                  <a:extLst>
                    <a:ext uri="{FF2B5EF4-FFF2-40B4-BE49-F238E27FC236}">
                      <a16:creationId xmlns:a16="http://schemas.microsoft.com/office/drawing/2014/main" id="{EF83EECC-D83F-FF54-CE5C-8619C79ACE40}"/>
                    </a:ext>
                    <a:ext uri="{C183D7F6-B498-43B3-948B-1728B52AA6E4}">
                      <adec:decorative xmlns:adec="http://schemas.microsoft.com/office/drawing/2017/decorative" val="1"/>
                    </a:ext>
                  </a:extLst>
                </p:cNvPr>
                <p:cNvSpPr>
                  <a:spLocks/>
                </p:cNvSpPr>
                <p:nvPr/>
              </p:nvSpPr>
              <p:spPr>
                <a:xfrm>
                  <a:off x="0" y="360000"/>
                  <a:ext cx="720000" cy="360000"/>
                </a:xfrm>
                <a:prstGeom prst="rect">
                  <a:avLst/>
                </a:prstGeom>
                <a:solidFill>
                  <a:srgbClr val="FFD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0" name="Yellow 20">
                  <a:extLst>
                    <a:ext uri="{FF2B5EF4-FFF2-40B4-BE49-F238E27FC236}">
                      <a16:creationId xmlns:a16="http://schemas.microsoft.com/office/drawing/2014/main" id="{24BE6119-311C-2CE6-B253-28BF08F197B9}"/>
                    </a:ext>
                    <a:ext uri="{C183D7F6-B498-43B3-948B-1728B52AA6E4}">
                      <adec:decorative xmlns:adec="http://schemas.microsoft.com/office/drawing/2017/decorative" val="1"/>
                    </a:ext>
                  </a:extLst>
                </p:cNvPr>
                <p:cNvSpPr>
                  <a:spLocks/>
                </p:cNvSpPr>
                <p:nvPr/>
              </p:nvSpPr>
              <p:spPr>
                <a:xfrm>
                  <a:off x="0" y="0"/>
                  <a:ext cx="720000" cy="360000"/>
                </a:xfrm>
                <a:prstGeom prst="rect">
                  <a:avLst/>
                </a:prstGeom>
                <a:solidFill>
                  <a:srgbClr val="FFF8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0" name="Green">
                <a:extLst>
                  <a:ext uri="{FF2B5EF4-FFF2-40B4-BE49-F238E27FC236}">
                    <a16:creationId xmlns:a16="http://schemas.microsoft.com/office/drawing/2014/main" id="{091C0F22-CCAB-8CC4-4542-EF862E99E35D}"/>
                  </a:ext>
                </a:extLst>
              </p:cNvPr>
              <p:cNvGrpSpPr>
                <a:grpSpLocks/>
              </p:cNvGrpSpPr>
              <p:nvPr userDrawn="1"/>
            </p:nvGrpSpPr>
            <p:grpSpPr>
              <a:xfrm>
                <a:off x="13307240" y="3512878"/>
                <a:ext cx="187218" cy="1437927"/>
                <a:chOff x="-11724" y="0"/>
                <a:chExt cx="720000" cy="1800000"/>
              </a:xfrm>
            </p:grpSpPr>
            <p:sp>
              <p:nvSpPr>
                <p:cNvPr id="94" name="Green 100">
                  <a:extLst>
                    <a:ext uri="{FF2B5EF4-FFF2-40B4-BE49-F238E27FC236}">
                      <a16:creationId xmlns:a16="http://schemas.microsoft.com/office/drawing/2014/main" id="{2D51BF7D-C199-FBC5-D400-8C2FC56953AC}"/>
                    </a:ext>
                    <a:ext uri="{C183D7F6-B498-43B3-948B-1728B52AA6E4}">
                      <adec:decorative xmlns:adec="http://schemas.microsoft.com/office/drawing/2017/decorative" val="1"/>
                    </a:ext>
                  </a:extLst>
                </p:cNvPr>
                <p:cNvSpPr>
                  <a:spLocks/>
                </p:cNvSpPr>
                <p:nvPr/>
              </p:nvSpPr>
              <p:spPr>
                <a:xfrm>
                  <a:off x="-11724" y="1440000"/>
                  <a:ext cx="720000" cy="360000"/>
                </a:xfrm>
                <a:prstGeom prst="rect">
                  <a:avLst/>
                </a:prstGeom>
                <a:solidFill>
                  <a:srgbClr val="002B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Green 80">
                  <a:extLst>
                    <a:ext uri="{FF2B5EF4-FFF2-40B4-BE49-F238E27FC236}">
                      <a16:creationId xmlns:a16="http://schemas.microsoft.com/office/drawing/2014/main" id="{87BC66DA-FFF8-F586-E1FD-F8CF5C1DD3F2}"/>
                    </a:ext>
                    <a:ext uri="{C183D7F6-B498-43B3-948B-1728B52AA6E4}">
                      <adec:decorative xmlns:adec="http://schemas.microsoft.com/office/drawing/2017/decorative" val="1"/>
                    </a:ext>
                  </a:extLst>
                </p:cNvPr>
                <p:cNvSpPr>
                  <a:spLocks/>
                </p:cNvSpPr>
                <p:nvPr/>
              </p:nvSpPr>
              <p:spPr>
                <a:xfrm>
                  <a:off x="-11724" y="1080000"/>
                  <a:ext cx="720000" cy="360000"/>
                </a:xfrm>
                <a:prstGeom prst="rect">
                  <a:avLst/>
                </a:prstGeom>
                <a:solidFill>
                  <a:srgbClr val="0076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3" name="Green 60">
                  <a:extLst>
                    <a:ext uri="{FF2B5EF4-FFF2-40B4-BE49-F238E27FC236}">
                      <a16:creationId xmlns:a16="http://schemas.microsoft.com/office/drawing/2014/main" id="{422AC323-7D9B-BAE4-2D7B-FBA3651A1E2C}"/>
                    </a:ext>
                    <a:ext uri="{C183D7F6-B498-43B3-948B-1728B52AA6E4}">
                      <adec:decorative xmlns:adec="http://schemas.microsoft.com/office/drawing/2017/decorative" val="1"/>
                    </a:ext>
                  </a:extLst>
                </p:cNvPr>
                <p:cNvSpPr>
                  <a:spLocks/>
                </p:cNvSpPr>
                <p:nvPr/>
              </p:nvSpPr>
              <p:spPr>
                <a:xfrm>
                  <a:off x="-11724" y="720000"/>
                  <a:ext cx="720000" cy="360000"/>
                </a:xfrm>
                <a:prstGeom prst="rect">
                  <a:avLst/>
                </a:prstGeom>
                <a:solidFill>
                  <a:srgbClr val="00C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4" name="Green 40">
                  <a:extLst>
                    <a:ext uri="{FF2B5EF4-FFF2-40B4-BE49-F238E27FC236}">
                      <a16:creationId xmlns:a16="http://schemas.microsoft.com/office/drawing/2014/main" id="{3230439F-D70A-E973-6D3E-6521591CC6E5}"/>
                    </a:ext>
                    <a:ext uri="{C183D7F6-B498-43B3-948B-1728B52AA6E4}">
                      <adec:decorative xmlns:adec="http://schemas.microsoft.com/office/drawing/2017/decorative" val="1"/>
                    </a:ext>
                  </a:extLst>
                </p:cNvPr>
                <p:cNvSpPr>
                  <a:spLocks/>
                </p:cNvSpPr>
                <p:nvPr/>
              </p:nvSpPr>
              <p:spPr>
                <a:xfrm>
                  <a:off x="-11724" y="360000"/>
                  <a:ext cx="720000" cy="360000"/>
                </a:xfrm>
                <a:prstGeom prst="rect">
                  <a:avLst/>
                </a:prstGeom>
                <a:solidFill>
                  <a:srgbClr val="59E5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5" name="Green 20">
                  <a:extLst>
                    <a:ext uri="{FF2B5EF4-FFF2-40B4-BE49-F238E27FC236}">
                      <a16:creationId xmlns:a16="http://schemas.microsoft.com/office/drawing/2014/main" id="{58F8FA53-5872-A7D8-D494-A71EBB08B953}"/>
                    </a:ext>
                    <a:ext uri="{C183D7F6-B498-43B3-948B-1728B52AA6E4}">
                      <adec:decorative xmlns:adec="http://schemas.microsoft.com/office/drawing/2017/decorative" val="1"/>
                    </a:ext>
                  </a:extLst>
                </p:cNvPr>
                <p:cNvSpPr>
                  <a:spLocks/>
                </p:cNvSpPr>
                <p:nvPr/>
              </p:nvSpPr>
              <p:spPr>
                <a:xfrm>
                  <a:off x="-11724" y="0"/>
                  <a:ext cx="720000" cy="360000"/>
                </a:xfrm>
                <a:prstGeom prst="rect">
                  <a:avLst/>
                </a:prstGeom>
                <a:solidFill>
                  <a:srgbClr val="CCF7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1" name="Purple">
                <a:extLst>
                  <a:ext uri="{FF2B5EF4-FFF2-40B4-BE49-F238E27FC236}">
                    <a16:creationId xmlns:a16="http://schemas.microsoft.com/office/drawing/2014/main" id="{D37878BD-F4C8-8D92-DE3C-ED97B91D40EE}"/>
                  </a:ext>
                </a:extLst>
              </p:cNvPr>
              <p:cNvGrpSpPr>
                <a:grpSpLocks/>
              </p:cNvGrpSpPr>
              <p:nvPr userDrawn="1"/>
            </p:nvGrpSpPr>
            <p:grpSpPr>
              <a:xfrm>
                <a:off x="13119725" y="3512878"/>
                <a:ext cx="187218" cy="1437927"/>
                <a:chOff x="0" y="0"/>
                <a:chExt cx="720000" cy="1800000"/>
              </a:xfrm>
            </p:grpSpPr>
            <p:sp>
              <p:nvSpPr>
                <p:cNvPr id="89" name="Purple 100">
                  <a:extLst>
                    <a:ext uri="{FF2B5EF4-FFF2-40B4-BE49-F238E27FC236}">
                      <a16:creationId xmlns:a16="http://schemas.microsoft.com/office/drawing/2014/main" id="{CFB5980F-776F-3ECF-4289-02B1D0B87C91}"/>
                    </a:ext>
                    <a:ext uri="{C183D7F6-B498-43B3-948B-1728B52AA6E4}">
                      <adec:decorative xmlns:adec="http://schemas.microsoft.com/office/drawing/2017/decorative" val="1"/>
                    </a:ext>
                  </a:extLst>
                </p:cNvPr>
                <p:cNvSpPr>
                  <a:spLocks/>
                </p:cNvSpPr>
                <p:nvPr/>
              </p:nvSpPr>
              <p:spPr>
                <a:xfrm>
                  <a:off x="0" y="1440000"/>
                  <a:ext cx="720000" cy="360000"/>
                </a:xfrm>
                <a:prstGeom prst="rect">
                  <a:avLst/>
                </a:prstGeom>
                <a:solidFill>
                  <a:srgbClr val="2303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Purple 80">
                  <a:extLst>
                    <a:ext uri="{FF2B5EF4-FFF2-40B4-BE49-F238E27FC236}">
                      <a16:creationId xmlns:a16="http://schemas.microsoft.com/office/drawing/2014/main" id="{75E243EC-6796-2E13-1FC7-22B15A03A2E3}"/>
                    </a:ext>
                    <a:ext uri="{C183D7F6-B498-43B3-948B-1728B52AA6E4}">
                      <adec:decorative xmlns:adec="http://schemas.microsoft.com/office/drawing/2017/decorative" val="1"/>
                    </a:ext>
                  </a:extLst>
                </p:cNvPr>
                <p:cNvSpPr>
                  <a:spLocks/>
                </p:cNvSpPr>
                <p:nvPr/>
              </p:nvSpPr>
              <p:spPr>
                <a:xfrm>
                  <a:off x="0" y="1080000"/>
                  <a:ext cx="720000" cy="360000"/>
                </a:xfrm>
                <a:prstGeom prst="rect">
                  <a:avLst/>
                </a:prstGeom>
                <a:solidFill>
                  <a:srgbClr val="580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Purple 60">
                  <a:extLst>
                    <a:ext uri="{FF2B5EF4-FFF2-40B4-BE49-F238E27FC236}">
                      <a16:creationId xmlns:a16="http://schemas.microsoft.com/office/drawing/2014/main" id="{2A4121B6-E60E-03A1-D681-C34CA50D534D}"/>
                    </a:ext>
                    <a:ext uri="{C183D7F6-B498-43B3-948B-1728B52AA6E4}">
                      <adec:decorative xmlns:adec="http://schemas.microsoft.com/office/drawing/2017/decorative" val="1"/>
                    </a:ext>
                  </a:extLst>
                </p:cNvPr>
                <p:cNvSpPr>
                  <a:spLocks/>
                </p:cNvSpPr>
                <p:nvPr/>
              </p:nvSpPr>
              <p:spPr>
                <a:xfrm>
                  <a:off x="0" y="720000"/>
                  <a:ext cx="720000" cy="360000"/>
                </a:xfrm>
                <a:prstGeom prst="rect">
                  <a:avLst/>
                </a:prstGeom>
                <a:solidFill>
                  <a:srgbClr val="8C0A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Purple 40">
                  <a:extLst>
                    <a:ext uri="{FF2B5EF4-FFF2-40B4-BE49-F238E27FC236}">
                      <a16:creationId xmlns:a16="http://schemas.microsoft.com/office/drawing/2014/main" id="{EBB45F5D-1479-86A2-8E02-B393ECE49862}"/>
                    </a:ext>
                    <a:ext uri="{C183D7F6-B498-43B3-948B-1728B52AA6E4}">
                      <adec:decorative xmlns:adec="http://schemas.microsoft.com/office/drawing/2017/decorative" val="1"/>
                    </a:ext>
                  </a:extLst>
                </p:cNvPr>
                <p:cNvSpPr>
                  <a:spLocks/>
                </p:cNvSpPr>
                <p:nvPr/>
              </p:nvSpPr>
              <p:spPr>
                <a:xfrm>
                  <a:off x="0" y="360000"/>
                  <a:ext cx="720000" cy="360000"/>
                </a:xfrm>
                <a:prstGeom prst="rect">
                  <a:avLst/>
                </a:prstGeom>
                <a:solidFill>
                  <a:srgbClr val="B46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Purple 20">
                  <a:extLst>
                    <a:ext uri="{FF2B5EF4-FFF2-40B4-BE49-F238E27FC236}">
                      <a16:creationId xmlns:a16="http://schemas.microsoft.com/office/drawing/2014/main" id="{C22B5A69-0142-C7D1-6AF0-8CC817C06B85}"/>
                    </a:ext>
                    <a:ext uri="{C183D7F6-B498-43B3-948B-1728B52AA6E4}">
                      <adec:decorative xmlns:adec="http://schemas.microsoft.com/office/drawing/2017/decorative" val="1"/>
                    </a:ext>
                  </a:extLst>
                </p:cNvPr>
                <p:cNvSpPr>
                  <a:spLocks/>
                </p:cNvSpPr>
                <p:nvPr/>
              </p:nvSpPr>
              <p:spPr>
                <a:xfrm>
                  <a:off x="0" y="0"/>
                  <a:ext cx="720000" cy="360000"/>
                </a:xfrm>
                <a:prstGeom prst="rect">
                  <a:avLst/>
                </a:prstGeom>
                <a:solidFill>
                  <a:srgbClr val="E8CE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82" name="Blue">
                <a:extLst>
                  <a:ext uri="{FF2B5EF4-FFF2-40B4-BE49-F238E27FC236}">
                    <a16:creationId xmlns:a16="http://schemas.microsoft.com/office/drawing/2014/main" id="{083F1962-46CE-62EA-382B-BDCEDD4E885C}"/>
                  </a:ext>
                </a:extLst>
              </p:cNvPr>
              <p:cNvGrpSpPr>
                <a:grpSpLocks/>
              </p:cNvGrpSpPr>
              <p:nvPr userDrawn="1"/>
            </p:nvGrpSpPr>
            <p:grpSpPr>
              <a:xfrm>
                <a:off x="12938528" y="3512878"/>
                <a:ext cx="187218" cy="1437927"/>
                <a:chOff x="0" y="0"/>
                <a:chExt cx="720000" cy="1800000"/>
              </a:xfrm>
            </p:grpSpPr>
            <p:sp>
              <p:nvSpPr>
                <p:cNvPr id="84" name="Blue 100">
                  <a:extLst>
                    <a:ext uri="{FF2B5EF4-FFF2-40B4-BE49-F238E27FC236}">
                      <a16:creationId xmlns:a16="http://schemas.microsoft.com/office/drawing/2014/main" id="{73304729-93B4-5F87-B1E4-C20E30571D92}"/>
                    </a:ext>
                    <a:ext uri="{C183D7F6-B498-43B3-948B-1728B52AA6E4}">
                      <adec:decorative xmlns:adec="http://schemas.microsoft.com/office/drawing/2017/decorative" val="1"/>
                    </a:ext>
                  </a:extLst>
                </p:cNvPr>
                <p:cNvSpPr>
                  <a:spLocks/>
                </p:cNvSpPr>
                <p:nvPr/>
              </p:nvSpPr>
              <p:spPr>
                <a:xfrm>
                  <a:off x="0" y="1440000"/>
                  <a:ext cx="720000" cy="360000"/>
                </a:xfrm>
                <a:prstGeom prst="rect">
                  <a:avLst/>
                </a:prstGeom>
                <a:solidFill>
                  <a:srgbClr val="000E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Blue 80">
                  <a:extLst>
                    <a:ext uri="{FF2B5EF4-FFF2-40B4-BE49-F238E27FC236}">
                      <a16:creationId xmlns:a16="http://schemas.microsoft.com/office/drawing/2014/main" id="{799B7545-0ED0-D30F-C5D7-0A1A7A14C422}"/>
                    </a:ext>
                    <a:ext uri="{C183D7F6-B498-43B3-948B-1728B52AA6E4}">
                      <adec:decorative xmlns:adec="http://schemas.microsoft.com/office/drawing/2017/decorative" val="1"/>
                    </a:ext>
                  </a:extLst>
                </p:cNvPr>
                <p:cNvSpPr>
                  <a:spLocks/>
                </p:cNvSpPr>
                <p:nvPr/>
              </p:nvSpPr>
              <p:spPr>
                <a:xfrm>
                  <a:off x="0" y="1080000"/>
                  <a:ext cx="720000" cy="360000"/>
                </a:xfrm>
                <a:prstGeom prst="rect">
                  <a:avLst/>
                </a:prstGeom>
                <a:solidFill>
                  <a:srgbClr val="002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Blue 60">
                  <a:extLst>
                    <a:ext uri="{FF2B5EF4-FFF2-40B4-BE49-F238E27FC236}">
                      <a16:creationId xmlns:a16="http://schemas.microsoft.com/office/drawing/2014/main" id="{376D6442-E180-BD0F-5623-D697CA0E126B}"/>
                    </a:ext>
                    <a:ext uri="{C183D7F6-B498-43B3-948B-1728B52AA6E4}">
                      <adec:decorative xmlns:adec="http://schemas.microsoft.com/office/drawing/2017/decorative" val="1"/>
                    </a:ext>
                  </a:extLst>
                </p:cNvPr>
                <p:cNvSpPr>
                  <a:spLocks/>
                </p:cNvSpPr>
                <p:nvPr/>
              </p:nvSpPr>
              <p:spPr>
                <a:xfrm>
                  <a:off x="0" y="720000"/>
                  <a:ext cx="720000" cy="360000"/>
                </a:xfrm>
                <a:prstGeom prst="rect">
                  <a:avLst/>
                </a:prstGeom>
                <a:solidFill>
                  <a:srgbClr val="003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Blue 40">
                  <a:extLst>
                    <a:ext uri="{FF2B5EF4-FFF2-40B4-BE49-F238E27FC236}">
                      <a16:creationId xmlns:a16="http://schemas.microsoft.com/office/drawing/2014/main" id="{CDF2C03B-E60E-B140-C953-F95D396CB11E}"/>
                    </a:ext>
                    <a:ext uri="{C183D7F6-B498-43B3-948B-1728B52AA6E4}">
                      <adec:decorative xmlns:adec="http://schemas.microsoft.com/office/drawing/2017/decorative" val="1"/>
                    </a:ext>
                  </a:extLst>
                </p:cNvPr>
                <p:cNvSpPr>
                  <a:spLocks/>
                </p:cNvSpPr>
                <p:nvPr/>
              </p:nvSpPr>
              <p:spPr>
                <a:xfrm>
                  <a:off x="0" y="360000"/>
                  <a:ext cx="720000" cy="360000"/>
                </a:xfrm>
                <a:prstGeom prst="rect">
                  <a:avLst/>
                </a:prstGeom>
                <a:solidFill>
                  <a:srgbClr val="597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Blue 20">
                  <a:extLst>
                    <a:ext uri="{FF2B5EF4-FFF2-40B4-BE49-F238E27FC236}">
                      <a16:creationId xmlns:a16="http://schemas.microsoft.com/office/drawing/2014/main" id="{6129CBD4-8EAF-C779-256A-B4706A83B2C9}"/>
                    </a:ext>
                    <a:ext uri="{C183D7F6-B498-43B3-948B-1728B52AA6E4}">
                      <adec:decorative xmlns:adec="http://schemas.microsoft.com/office/drawing/2017/decorative" val="1"/>
                    </a:ext>
                  </a:extLst>
                </p:cNvPr>
                <p:cNvSpPr>
                  <a:spLocks/>
                </p:cNvSpPr>
                <p:nvPr/>
              </p:nvSpPr>
              <p:spPr>
                <a:xfrm>
                  <a:off x="0" y="0"/>
                  <a:ext cx="720000" cy="360000"/>
                </a:xfrm>
                <a:prstGeom prst="rect">
                  <a:avLst/>
                </a:prstGeom>
                <a:solidFill>
                  <a:srgbClr val="CCD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3" name="text">
                <a:extLst>
                  <a:ext uri="{FF2B5EF4-FFF2-40B4-BE49-F238E27FC236}">
                    <a16:creationId xmlns:a16="http://schemas.microsoft.com/office/drawing/2014/main" id="{99D358DD-8AD9-8BBC-65C8-3E1A42583B58}"/>
                  </a:ext>
                  <a:ext uri="{C183D7F6-B498-43B3-948B-1728B52AA6E4}">
                    <adec:decorative xmlns:adec="http://schemas.microsoft.com/office/drawing/2017/decorative" val="1"/>
                  </a:ext>
                </a:extLst>
              </p:cNvPr>
              <p:cNvSpPr txBox="1">
                <a:spLocks/>
              </p:cNvSpPr>
              <p:nvPr userDrawn="1"/>
            </p:nvSpPr>
            <p:spPr>
              <a:xfrm>
                <a:off x="12947189" y="3119373"/>
                <a:ext cx="569067" cy="338554"/>
              </a:xfrm>
              <a:prstGeom prst="rect">
                <a:avLst/>
              </a:prstGeom>
              <a:noFill/>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セカンダリー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nvGrpSpPr>
            <p:cNvPr id="55" name="Primary Color">
              <a:extLst>
                <a:ext uri="{FF2B5EF4-FFF2-40B4-BE49-F238E27FC236}">
                  <a16:creationId xmlns:a16="http://schemas.microsoft.com/office/drawing/2014/main" id="{A7E6FB28-57E0-A2CF-83F7-D706D4A41DA9}"/>
                </a:ext>
              </a:extLst>
            </p:cNvPr>
            <p:cNvGrpSpPr>
              <a:grpSpLocks/>
            </p:cNvGrpSpPr>
            <p:nvPr userDrawn="1"/>
          </p:nvGrpSpPr>
          <p:grpSpPr>
            <a:xfrm>
              <a:off x="12380400" y="55979"/>
              <a:ext cx="557845" cy="2973254"/>
              <a:chOff x="12938528" y="55979"/>
              <a:chExt cx="557845" cy="2973254"/>
            </a:xfrm>
          </p:grpSpPr>
          <p:grpSp>
            <p:nvGrpSpPr>
              <p:cNvPr id="56" name="Gray">
                <a:extLst>
                  <a:ext uri="{FF2B5EF4-FFF2-40B4-BE49-F238E27FC236}">
                    <a16:creationId xmlns:a16="http://schemas.microsoft.com/office/drawing/2014/main" id="{FF6F8B6C-BF1E-F3F6-7DAD-A40504B962E0}"/>
                  </a:ext>
                </a:extLst>
              </p:cNvPr>
              <p:cNvGrpSpPr>
                <a:grpSpLocks/>
              </p:cNvGrpSpPr>
              <p:nvPr userDrawn="1"/>
            </p:nvGrpSpPr>
            <p:grpSpPr>
              <a:xfrm>
                <a:off x="13120206" y="414820"/>
                <a:ext cx="186081" cy="2614413"/>
                <a:chOff x="-11724" y="0"/>
                <a:chExt cx="720000" cy="3600000"/>
              </a:xfrm>
            </p:grpSpPr>
            <p:sp>
              <p:nvSpPr>
                <p:cNvPr id="69" name="Gray 100">
                  <a:extLst>
                    <a:ext uri="{FF2B5EF4-FFF2-40B4-BE49-F238E27FC236}">
                      <a16:creationId xmlns:a16="http://schemas.microsoft.com/office/drawing/2014/main" id="{6760864D-9421-C6AF-02B5-49C6A626CC2B}"/>
                    </a:ext>
                    <a:ext uri="{C183D7F6-B498-43B3-948B-1728B52AA6E4}">
                      <adec:decorative xmlns:adec="http://schemas.microsoft.com/office/drawing/2017/decorative" val="1"/>
                    </a:ext>
                  </a:extLst>
                </p:cNvPr>
                <p:cNvSpPr>
                  <a:spLocks/>
                </p:cNvSpPr>
                <p:nvPr/>
              </p:nvSpPr>
              <p:spPr>
                <a:xfrm>
                  <a:off x="-11724" y="3240000"/>
                  <a:ext cx="720000" cy="360000"/>
                </a:xfrm>
                <a:prstGeom prst="rect">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Gray 90">
                  <a:extLst>
                    <a:ext uri="{FF2B5EF4-FFF2-40B4-BE49-F238E27FC236}">
                      <a16:creationId xmlns:a16="http://schemas.microsoft.com/office/drawing/2014/main" id="{21CF68FB-E2B7-4BA1-6CEB-D4B52E8BF7E8}"/>
                    </a:ext>
                    <a:ext uri="{C183D7F6-B498-43B3-948B-1728B52AA6E4}">
                      <adec:decorative xmlns:adec="http://schemas.microsoft.com/office/drawing/2017/decorative" val="1"/>
                    </a:ext>
                  </a:extLst>
                </p:cNvPr>
                <p:cNvSpPr>
                  <a:spLocks/>
                </p:cNvSpPr>
                <p:nvPr/>
              </p:nvSpPr>
              <p:spPr>
                <a:xfrm>
                  <a:off x="-11724" y="2880000"/>
                  <a:ext cx="720000" cy="3600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Gray 80">
                  <a:extLst>
                    <a:ext uri="{FF2B5EF4-FFF2-40B4-BE49-F238E27FC236}">
                      <a16:creationId xmlns:a16="http://schemas.microsoft.com/office/drawing/2014/main" id="{A155C56A-502D-489B-C3F0-9DE2524E5D4B}"/>
                    </a:ext>
                    <a:ext uri="{C183D7F6-B498-43B3-948B-1728B52AA6E4}">
                      <adec:decorative xmlns:adec="http://schemas.microsoft.com/office/drawing/2017/decorative" val="1"/>
                    </a:ext>
                  </a:extLst>
                </p:cNvPr>
                <p:cNvSpPr>
                  <a:spLocks/>
                </p:cNvSpPr>
                <p:nvPr/>
              </p:nvSpPr>
              <p:spPr>
                <a:xfrm>
                  <a:off x="-11724" y="2520000"/>
                  <a:ext cx="720000" cy="360000"/>
                </a:xfrm>
                <a:prstGeom prst="rect">
                  <a:avLst/>
                </a:prstGeom>
                <a:solidFill>
                  <a:srgbClr val="4D4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Gray 70">
                  <a:extLst>
                    <a:ext uri="{FF2B5EF4-FFF2-40B4-BE49-F238E27FC236}">
                      <a16:creationId xmlns:a16="http://schemas.microsoft.com/office/drawing/2014/main" id="{0E16B7C6-10E5-CBFF-3480-3D1D8C41B544}"/>
                    </a:ext>
                    <a:ext uri="{C183D7F6-B498-43B3-948B-1728B52AA6E4}">
                      <adec:decorative xmlns:adec="http://schemas.microsoft.com/office/drawing/2017/decorative" val="1"/>
                    </a:ext>
                  </a:extLst>
                </p:cNvPr>
                <p:cNvSpPr>
                  <a:spLocks/>
                </p:cNvSpPr>
                <p:nvPr/>
              </p:nvSpPr>
              <p:spPr>
                <a:xfrm>
                  <a:off x="-11724" y="2160000"/>
                  <a:ext cx="720000" cy="360000"/>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Gray 60">
                  <a:extLst>
                    <a:ext uri="{FF2B5EF4-FFF2-40B4-BE49-F238E27FC236}">
                      <a16:creationId xmlns:a16="http://schemas.microsoft.com/office/drawing/2014/main" id="{47E80E9E-42F4-224E-1762-5F5629B9ADED}"/>
                    </a:ext>
                    <a:ext uri="{C183D7F6-B498-43B3-948B-1728B52AA6E4}">
                      <adec:decorative xmlns:adec="http://schemas.microsoft.com/office/drawing/2017/decorative" val="1"/>
                    </a:ext>
                  </a:extLst>
                </p:cNvPr>
                <p:cNvSpPr>
                  <a:spLocks/>
                </p:cNvSpPr>
                <p:nvPr/>
              </p:nvSpPr>
              <p:spPr>
                <a:xfrm>
                  <a:off x="-11724" y="1800000"/>
                  <a:ext cx="720000" cy="360000"/>
                </a:xfrm>
                <a:prstGeom prst="rect">
                  <a:avLst/>
                </a:prstGeom>
                <a:solidFill>
                  <a:srgbClr val="8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Gray 50">
                  <a:extLst>
                    <a:ext uri="{FF2B5EF4-FFF2-40B4-BE49-F238E27FC236}">
                      <a16:creationId xmlns:a16="http://schemas.microsoft.com/office/drawing/2014/main" id="{9EC0BFE2-FDE0-C3CE-4FB7-71F5F065739B}"/>
                    </a:ext>
                    <a:ext uri="{C183D7F6-B498-43B3-948B-1728B52AA6E4}">
                      <adec:decorative xmlns:adec="http://schemas.microsoft.com/office/drawing/2017/decorative" val="1"/>
                    </a:ext>
                  </a:extLst>
                </p:cNvPr>
                <p:cNvSpPr>
                  <a:spLocks/>
                </p:cNvSpPr>
                <p:nvPr/>
              </p:nvSpPr>
              <p:spPr>
                <a:xfrm>
                  <a:off x="-11724" y="1440000"/>
                  <a:ext cx="720000" cy="360000"/>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Gray 40">
                  <a:extLst>
                    <a:ext uri="{FF2B5EF4-FFF2-40B4-BE49-F238E27FC236}">
                      <a16:creationId xmlns:a16="http://schemas.microsoft.com/office/drawing/2014/main" id="{EDE0F89B-F21F-2ACB-97A0-F9AB0FB166D0}"/>
                    </a:ext>
                    <a:ext uri="{C183D7F6-B498-43B3-948B-1728B52AA6E4}">
                      <adec:decorative xmlns:adec="http://schemas.microsoft.com/office/drawing/2017/decorative" val="1"/>
                    </a:ext>
                  </a:extLst>
                </p:cNvPr>
                <p:cNvSpPr>
                  <a:spLocks/>
                </p:cNvSpPr>
                <p:nvPr/>
              </p:nvSpPr>
              <p:spPr>
                <a:xfrm>
                  <a:off x="-11724" y="1080000"/>
                  <a:ext cx="720000" cy="360000"/>
                </a:xfrm>
                <a:prstGeom prst="rect">
                  <a:avLst/>
                </a:prstGeom>
                <a:solidFill>
                  <a:srgbClr val="B3B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Gray 30">
                  <a:extLst>
                    <a:ext uri="{FF2B5EF4-FFF2-40B4-BE49-F238E27FC236}">
                      <a16:creationId xmlns:a16="http://schemas.microsoft.com/office/drawing/2014/main" id="{11E97A2A-55E4-D3ED-4497-F81E0DB17E86}"/>
                    </a:ext>
                    <a:ext uri="{C183D7F6-B498-43B3-948B-1728B52AA6E4}">
                      <adec:decorative xmlns:adec="http://schemas.microsoft.com/office/drawing/2017/decorative" val="1"/>
                    </a:ext>
                  </a:extLst>
                </p:cNvPr>
                <p:cNvSpPr>
                  <a:spLocks/>
                </p:cNvSpPr>
                <p:nvPr/>
              </p:nvSpPr>
              <p:spPr>
                <a:xfrm>
                  <a:off x="-11724" y="720000"/>
                  <a:ext cx="720000" cy="360000"/>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Gray 20">
                  <a:extLst>
                    <a:ext uri="{FF2B5EF4-FFF2-40B4-BE49-F238E27FC236}">
                      <a16:creationId xmlns:a16="http://schemas.microsoft.com/office/drawing/2014/main" id="{42664C40-FC01-77DA-99AF-3CBA91CD294C}"/>
                    </a:ext>
                    <a:ext uri="{C183D7F6-B498-43B3-948B-1728B52AA6E4}">
                      <adec:decorative xmlns:adec="http://schemas.microsoft.com/office/drawing/2017/decorative" val="1"/>
                    </a:ext>
                  </a:extLst>
                </p:cNvPr>
                <p:cNvSpPr>
                  <a:spLocks/>
                </p:cNvSpPr>
                <p:nvPr/>
              </p:nvSpPr>
              <p:spPr>
                <a:xfrm>
                  <a:off x="-11724" y="360000"/>
                  <a:ext cx="720000" cy="36000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Red 10">
                  <a:extLst>
                    <a:ext uri="{FF2B5EF4-FFF2-40B4-BE49-F238E27FC236}">
                      <a16:creationId xmlns:a16="http://schemas.microsoft.com/office/drawing/2014/main" id="{E06C4E92-D2CE-F095-BDF5-A32565275735}"/>
                    </a:ext>
                    <a:ext uri="{C183D7F6-B498-43B3-948B-1728B52AA6E4}">
                      <adec:decorative xmlns:adec="http://schemas.microsoft.com/office/drawing/2017/decorative" val="1"/>
                    </a:ext>
                  </a:extLst>
                </p:cNvPr>
                <p:cNvSpPr>
                  <a:spLocks/>
                </p:cNvSpPr>
                <p:nvPr/>
              </p:nvSpPr>
              <p:spPr>
                <a:xfrm>
                  <a:off x="-11724" y="0"/>
                  <a:ext cx="720000" cy="360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7" name="Red">
                <a:extLst>
                  <a:ext uri="{FF2B5EF4-FFF2-40B4-BE49-F238E27FC236}">
                    <a16:creationId xmlns:a16="http://schemas.microsoft.com/office/drawing/2014/main" id="{57C5C1D7-B3AE-28B8-CC7C-4AB456696A1B}"/>
                  </a:ext>
                </a:extLst>
              </p:cNvPr>
              <p:cNvGrpSpPr>
                <a:grpSpLocks/>
              </p:cNvGrpSpPr>
              <p:nvPr userDrawn="1"/>
            </p:nvGrpSpPr>
            <p:grpSpPr>
              <a:xfrm>
                <a:off x="12938528" y="414820"/>
                <a:ext cx="186081" cy="2614413"/>
                <a:chOff x="0" y="0"/>
                <a:chExt cx="720000" cy="3600000"/>
              </a:xfrm>
            </p:grpSpPr>
            <p:sp>
              <p:nvSpPr>
                <p:cNvPr id="59" name="Red 100">
                  <a:extLst>
                    <a:ext uri="{FF2B5EF4-FFF2-40B4-BE49-F238E27FC236}">
                      <a16:creationId xmlns:a16="http://schemas.microsoft.com/office/drawing/2014/main" id="{BF1B76B1-9058-6610-CBE9-C38DA9257348}"/>
                    </a:ext>
                    <a:ext uri="{C183D7F6-B498-43B3-948B-1728B52AA6E4}">
                      <adec:decorative xmlns:adec="http://schemas.microsoft.com/office/drawing/2017/decorative" val="1"/>
                    </a:ext>
                  </a:extLst>
                </p:cNvPr>
                <p:cNvSpPr>
                  <a:spLocks/>
                </p:cNvSpPr>
                <p:nvPr/>
              </p:nvSpPr>
              <p:spPr>
                <a:xfrm>
                  <a:off x="0" y="3240000"/>
                  <a:ext cx="720000" cy="360000"/>
                </a:xfrm>
                <a:prstGeom prst="rect">
                  <a:avLst/>
                </a:prstGeom>
                <a:solidFill>
                  <a:srgbClr val="33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Red 90">
                  <a:extLst>
                    <a:ext uri="{FF2B5EF4-FFF2-40B4-BE49-F238E27FC236}">
                      <a16:creationId xmlns:a16="http://schemas.microsoft.com/office/drawing/2014/main" id="{0A84C4E9-3EC1-4F90-D39C-588041B27D8E}"/>
                    </a:ext>
                    <a:ext uri="{C183D7F6-B498-43B3-948B-1728B52AA6E4}">
                      <adec:decorative xmlns:adec="http://schemas.microsoft.com/office/drawing/2017/decorative" val="1"/>
                    </a:ext>
                  </a:extLst>
                </p:cNvPr>
                <p:cNvSpPr>
                  <a:spLocks/>
                </p:cNvSpPr>
                <p:nvPr/>
              </p:nvSpPr>
              <p:spPr>
                <a:xfrm>
                  <a:off x="0" y="2880000"/>
                  <a:ext cx="720000" cy="360000"/>
                </a:xfrm>
                <a:prstGeom prst="rect">
                  <a:avLst/>
                </a:prstGeom>
                <a:solidFill>
                  <a:srgbClr val="6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Red 80">
                  <a:extLst>
                    <a:ext uri="{FF2B5EF4-FFF2-40B4-BE49-F238E27FC236}">
                      <a16:creationId xmlns:a16="http://schemas.microsoft.com/office/drawing/2014/main" id="{2CF5619B-C72F-7905-61BB-BF89E74DABD0}"/>
                    </a:ext>
                    <a:ext uri="{C183D7F6-B498-43B3-948B-1728B52AA6E4}">
                      <adec:decorative xmlns:adec="http://schemas.microsoft.com/office/drawing/2017/decorative" val="1"/>
                    </a:ext>
                  </a:extLst>
                </p:cNvPr>
                <p:cNvSpPr>
                  <a:spLocks/>
                </p:cNvSpPr>
                <p:nvPr/>
              </p:nvSpPr>
              <p:spPr>
                <a:xfrm>
                  <a:off x="0" y="2520000"/>
                  <a:ext cx="720000" cy="360000"/>
                </a:xfrm>
                <a:prstGeom prst="rect">
                  <a:avLst/>
                </a:prstGeom>
                <a:solidFill>
                  <a:srgbClr val="9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Red 70">
                  <a:extLst>
                    <a:ext uri="{FF2B5EF4-FFF2-40B4-BE49-F238E27FC236}">
                      <a16:creationId xmlns:a16="http://schemas.microsoft.com/office/drawing/2014/main" id="{5B3895CF-8B6F-FB5F-B813-5A0CC8A0A71F}"/>
                    </a:ext>
                    <a:ext uri="{C183D7F6-B498-43B3-948B-1728B52AA6E4}">
                      <adec:decorative xmlns:adec="http://schemas.microsoft.com/office/drawing/2017/decorative" val="1"/>
                    </a:ext>
                  </a:extLst>
                </p:cNvPr>
                <p:cNvSpPr>
                  <a:spLocks/>
                </p:cNvSpPr>
                <p:nvPr/>
              </p:nvSpPr>
              <p:spPr>
                <a:xfrm>
                  <a:off x="0" y="2160000"/>
                  <a:ext cx="720000" cy="360000"/>
                </a:xfrm>
                <a:prstGeom prst="rect">
                  <a:avLst/>
                </a:prstGeom>
                <a:solidFill>
                  <a:srgbClr val="CC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Red 60">
                  <a:extLst>
                    <a:ext uri="{FF2B5EF4-FFF2-40B4-BE49-F238E27FC236}">
                      <a16:creationId xmlns:a16="http://schemas.microsoft.com/office/drawing/2014/main" id="{DDE4D121-C993-B44B-C646-6F48893C6478}"/>
                    </a:ext>
                    <a:ext uri="{C183D7F6-B498-43B3-948B-1728B52AA6E4}">
                      <adec:decorative xmlns:adec="http://schemas.microsoft.com/office/drawing/2017/decorative" val="1"/>
                    </a:ext>
                  </a:extLst>
                </p:cNvPr>
                <p:cNvSpPr>
                  <a:spLocks/>
                </p:cNvSpPr>
                <p:nvPr/>
              </p:nvSpPr>
              <p:spPr>
                <a:xfrm>
                  <a:off x="0" y="1800000"/>
                  <a:ext cx="720000" cy="36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Red 50">
                  <a:extLst>
                    <a:ext uri="{FF2B5EF4-FFF2-40B4-BE49-F238E27FC236}">
                      <a16:creationId xmlns:a16="http://schemas.microsoft.com/office/drawing/2014/main" id="{4C6C075B-5DE3-C8AA-F452-A59137F593EC}"/>
                    </a:ext>
                    <a:ext uri="{C183D7F6-B498-43B3-948B-1728B52AA6E4}">
                      <adec:decorative xmlns:adec="http://schemas.microsoft.com/office/drawing/2017/decorative" val="1"/>
                    </a:ext>
                  </a:extLst>
                </p:cNvPr>
                <p:cNvSpPr>
                  <a:spLocks/>
                </p:cNvSpPr>
                <p:nvPr/>
              </p:nvSpPr>
              <p:spPr>
                <a:xfrm>
                  <a:off x="0" y="1440000"/>
                  <a:ext cx="720000" cy="360000"/>
                </a:xfrm>
                <a:prstGeom prst="rect">
                  <a:avLst/>
                </a:prstGeom>
                <a:solidFill>
                  <a:srgbClr val="FF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Red 40">
                  <a:extLst>
                    <a:ext uri="{FF2B5EF4-FFF2-40B4-BE49-F238E27FC236}">
                      <a16:creationId xmlns:a16="http://schemas.microsoft.com/office/drawing/2014/main" id="{351E755A-0FB5-555C-33BC-9BBCE5B57D77}"/>
                    </a:ext>
                    <a:ext uri="{C183D7F6-B498-43B3-948B-1728B52AA6E4}">
                      <adec:decorative xmlns:adec="http://schemas.microsoft.com/office/drawing/2017/decorative" val="1"/>
                    </a:ext>
                  </a:extLst>
                </p:cNvPr>
                <p:cNvSpPr>
                  <a:spLocks/>
                </p:cNvSpPr>
                <p:nvPr/>
              </p:nvSpPr>
              <p:spPr>
                <a:xfrm>
                  <a:off x="0" y="1080000"/>
                  <a:ext cx="720000" cy="360000"/>
                </a:xfrm>
                <a:prstGeom prst="rect">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Red 30">
                  <a:extLst>
                    <a:ext uri="{FF2B5EF4-FFF2-40B4-BE49-F238E27FC236}">
                      <a16:creationId xmlns:a16="http://schemas.microsoft.com/office/drawing/2014/main" id="{B3A13E96-8FAA-AA5A-D3C4-6D23C575AEF1}"/>
                    </a:ext>
                    <a:ext uri="{C183D7F6-B498-43B3-948B-1728B52AA6E4}">
                      <adec:decorative xmlns:adec="http://schemas.microsoft.com/office/drawing/2017/decorative" val="1"/>
                    </a:ext>
                  </a:extLst>
                </p:cNvPr>
                <p:cNvSpPr>
                  <a:spLocks/>
                </p:cNvSpPr>
                <p:nvPr/>
              </p:nvSpPr>
              <p:spPr>
                <a:xfrm>
                  <a:off x="0" y="720000"/>
                  <a:ext cx="720000" cy="360000"/>
                </a:xfrm>
                <a:prstGeom prst="rect">
                  <a:avLst/>
                </a:prstGeom>
                <a:solidFill>
                  <a:srgbClr val="FF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Red 20">
                  <a:extLst>
                    <a:ext uri="{FF2B5EF4-FFF2-40B4-BE49-F238E27FC236}">
                      <a16:creationId xmlns:a16="http://schemas.microsoft.com/office/drawing/2014/main" id="{2EA28F82-F1FE-7DDB-9A23-7CADAD6C5EC0}"/>
                    </a:ext>
                    <a:ext uri="{C183D7F6-B498-43B3-948B-1728B52AA6E4}">
                      <adec:decorative xmlns:adec="http://schemas.microsoft.com/office/drawing/2017/decorative" val="1"/>
                    </a:ext>
                  </a:extLst>
                </p:cNvPr>
                <p:cNvSpPr>
                  <a:spLocks/>
                </p:cNvSpPr>
                <p:nvPr/>
              </p:nvSpPr>
              <p:spPr>
                <a:xfrm>
                  <a:off x="0" y="360000"/>
                  <a:ext cx="720000" cy="360000"/>
                </a:xfrm>
                <a:prstGeom prst="rect">
                  <a:avLst/>
                </a:prstGeom>
                <a:solidFill>
                  <a:srgbClr val="FF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Red 10">
                  <a:extLst>
                    <a:ext uri="{FF2B5EF4-FFF2-40B4-BE49-F238E27FC236}">
                      <a16:creationId xmlns:a16="http://schemas.microsoft.com/office/drawing/2014/main" id="{22DC6BF1-15F5-8E7A-7313-8A6AD8ADDAD1}"/>
                    </a:ext>
                    <a:ext uri="{C183D7F6-B498-43B3-948B-1728B52AA6E4}">
                      <adec:decorative xmlns:adec="http://schemas.microsoft.com/office/drawing/2017/decorative" val="1"/>
                    </a:ext>
                  </a:extLst>
                </p:cNvPr>
                <p:cNvSpPr>
                  <a:spLocks/>
                </p:cNvSpPr>
                <p:nvPr/>
              </p:nvSpPr>
              <p:spPr>
                <a:xfrm>
                  <a:off x="0" y="0"/>
                  <a:ext cx="720000" cy="360000"/>
                </a:xfrm>
                <a:prstGeom prst="rect">
                  <a:avLst/>
                </a:prstGeom>
                <a:solidFill>
                  <a:srgbClr val="FF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8" name="text">
                <a:extLst>
                  <a:ext uri="{FF2B5EF4-FFF2-40B4-BE49-F238E27FC236}">
                    <a16:creationId xmlns:a16="http://schemas.microsoft.com/office/drawing/2014/main" id="{8C6361B4-4E41-28B9-4B9D-1094ABD2703E}"/>
                  </a:ext>
                  <a:ext uri="{C183D7F6-B498-43B3-948B-1728B52AA6E4}">
                    <adec:decorative xmlns:adec="http://schemas.microsoft.com/office/drawing/2017/decorative" val="1"/>
                  </a:ext>
                </a:extLst>
              </p:cNvPr>
              <p:cNvSpPr txBox="1">
                <a:spLocks/>
              </p:cNvSpPr>
              <p:nvPr userDrawn="1"/>
            </p:nvSpPr>
            <p:spPr>
              <a:xfrm>
                <a:off x="12938528" y="55979"/>
                <a:ext cx="557845" cy="338554"/>
              </a:xfrm>
              <a:prstGeom prst="rect">
                <a:avLst/>
              </a:prstGeom>
              <a:noFill/>
              <a:ln>
                <a:noFill/>
              </a:ln>
            </p:spPr>
            <p:txBody>
              <a:bodyPr wrap="none" lIns="0" rIns="0" rtlCol="0">
                <a:spAutoFit/>
              </a:bodyPr>
              <a:lstStyle/>
              <a:p>
                <a:r>
                  <a:rPr kumimoji="1" lang="ja-JP" altLang="en-US" sz="800" b="0" i="0" dirty="0">
                    <a:solidFill>
                      <a:srgbClr val="999999"/>
                    </a:solidFill>
                    <a:latin typeface="BIZ UDPGothic" panose="020B0400000000000000" pitchFamily="34" charset="-128"/>
                    <a:ea typeface="BIZ UDPGothic" panose="020B0400000000000000" pitchFamily="34" charset="-128"/>
                  </a:rPr>
                  <a:t>プライマリー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a:p>
                <a:r>
                  <a:rPr kumimoji="1" lang="ja-JP" altLang="en-US" sz="800" b="0" i="0" dirty="0">
                    <a:solidFill>
                      <a:srgbClr val="999999"/>
                    </a:solidFill>
                    <a:latin typeface="BIZ UDPGothic" panose="020B0400000000000000" pitchFamily="34" charset="-128"/>
                    <a:ea typeface="BIZ UDPGothic" panose="020B0400000000000000" pitchFamily="34" charset="-128"/>
                  </a:rPr>
                  <a:t>カラー</a:t>
                </a:r>
                <a:endParaRPr kumimoji="1" lang="en-US" altLang="ja-JP" sz="800" b="0" i="0" dirty="0">
                  <a:solidFill>
                    <a:srgbClr val="999999"/>
                  </a:solidFill>
                  <a:latin typeface="BIZ UDPGothic" panose="020B0400000000000000" pitchFamily="34" charset="-128"/>
                  <a:ea typeface="BIZ UDPGothic" panose="020B0400000000000000" pitchFamily="34" charset="-128"/>
                </a:endParaRPr>
              </a:p>
            </p:txBody>
          </p:sp>
        </p:grpSp>
      </p:grpSp>
      <p:sp>
        <p:nvSpPr>
          <p:cNvPr id="6" name="Slide Number">
            <a:extLst>
              <a:ext uri="{FF2B5EF4-FFF2-40B4-BE49-F238E27FC236}">
                <a16:creationId xmlns:a16="http://schemas.microsoft.com/office/drawing/2014/main" id="{758777AC-A57B-32A1-EDD8-5304FDF1F07D}"/>
              </a:ext>
            </a:extLst>
          </p:cNvPr>
          <p:cNvSpPr>
            <a:spLocks noGrp="1"/>
          </p:cNvSpPr>
          <p:nvPr>
            <p:ph type="sldNum" sz="quarter" idx="4"/>
          </p:nvPr>
        </p:nvSpPr>
        <p:spPr>
          <a:xfrm>
            <a:off x="11412000" y="6523200"/>
            <a:ext cx="298800" cy="169200"/>
          </a:xfrm>
          <a:prstGeom prst="rect">
            <a:avLst/>
          </a:prstGeom>
        </p:spPr>
        <p:txBody>
          <a:bodyPr vert="horz" wrap="none" lIns="0" tIns="0" rIns="0" bIns="0" rtlCol="0" anchor="ctr">
            <a:spAutoFit/>
          </a:bodyPr>
          <a:lstStyle>
            <a:lvl1pPr algn="r">
              <a:defRPr sz="1100">
                <a:solidFill>
                  <a:srgbClr val="4D4D4D"/>
                </a:solidFill>
              </a:defRPr>
            </a:lvl1pPr>
          </a:lstStyle>
          <a:p>
            <a:fld id="{D86BB799-6FD0-46CC-BD23-123A9802B36E}" type="slidenum">
              <a:rPr lang="ja-JP" altLang="en-US" smtClean="0"/>
              <a:pPr/>
              <a:t>‹#›</a:t>
            </a:fld>
            <a:endParaRPr lang="ja-JP" altLang="en-US" dirty="0"/>
          </a:p>
        </p:txBody>
      </p:sp>
      <p:grpSp>
        <p:nvGrpSpPr>
          <p:cNvPr id="7" name="ME Logo">
            <a:extLst>
              <a:ext uri="{FF2B5EF4-FFF2-40B4-BE49-F238E27FC236}">
                <a16:creationId xmlns:a16="http://schemas.microsoft.com/office/drawing/2014/main" id="{0C1E88DB-2A0E-BAF8-672A-578D9E858BE9}"/>
              </a:ext>
              <a:ext uri="{C183D7F6-B498-43B3-948B-1728B52AA6E4}">
                <adec:decorative xmlns:adec="http://schemas.microsoft.com/office/drawing/2017/decorative" val="1"/>
              </a:ext>
            </a:extLst>
          </p:cNvPr>
          <p:cNvGrpSpPr/>
          <p:nvPr userDrawn="1"/>
        </p:nvGrpSpPr>
        <p:grpSpPr>
          <a:xfrm>
            <a:off x="478800" y="6368400"/>
            <a:ext cx="774000" cy="322956"/>
            <a:chOff x="410611" y="6346032"/>
            <a:chExt cx="774000" cy="322956"/>
          </a:xfrm>
        </p:grpSpPr>
        <p:grpSp>
          <p:nvGrpSpPr>
            <p:cNvPr id="8" name="Group 1">
              <a:extLst>
                <a:ext uri="{FF2B5EF4-FFF2-40B4-BE49-F238E27FC236}">
                  <a16:creationId xmlns:a16="http://schemas.microsoft.com/office/drawing/2014/main" id="{257A248B-C4F4-933E-0163-C2EB73F697EF}"/>
                </a:ext>
              </a:extLst>
            </p:cNvPr>
            <p:cNvGrpSpPr/>
            <p:nvPr userDrawn="1"/>
          </p:nvGrpSpPr>
          <p:grpSpPr>
            <a:xfrm>
              <a:off x="411174" y="6599182"/>
              <a:ext cx="773437" cy="69806"/>
              <a:chOff x="411174" y="6599182"/>
              <a:chExt cx="773437" cy="69806"/>
            </a:xfrm>
          </p:grpSpPr>
          <p:sp>
            <p:nvSpPr>
              <p:cNvPr id="32" name="Freeform: Shape 1">
                <a:extLst>
                  <a:ext uri="{FF2B5EF4-FFF2-40B4-BE49-F238E27FC236}">
                    <a16:creationId xmlns:a16="http://schemas.microsoft.com/office/drawing/2014/main" id="{B3D4D03A-415A-DC14-CD60-238C37978272}"/>
                  </a:ext>
                </a:extLst>
              </p:cNvPr>
              <p:cNvSpPr/>
              <p:nvPr/>
            </p:nvSpPr>
            <p:spPr>
              <a:xfrm>
                <a:off x="411174" y="6599182"/>
                <a:ext cx="63400" cy="60067"/>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3" name="Freeform: Shape 2">
                <a:extLst>
                  <a:ext uri="{FF2B5EF4-FFF2-40B4-BE49-F238E27FC236}">
                    <a16:creationId xmlns:a16="http://schemas.microsoft.com/office/drawing/2014/main" id="{9AA2865A-E376-2889-CF3C-CD32DA47145D}"/>
                  </a:ext>
                </a:extLst>
              </p:cNvPr>
              <p:cNvSpPr/>
              <p:nvPr/>
            </p:nvSpPr>
            <p:spPr>
              <a:xfrm>
                <a:off x="467229" y="6608099"/>
                <a:ext cx="39748" cy="48103"/>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4" name="Freeform: Shape 3">
                <a:extLst>
                  <a:ext uri="{FF2B5EF4-FFF2-40B4-BE49-F238E27FC236}">
                    <a16:creationId xmlns:a16="http://schemas.microsoft.com/office/drawing/2014/main" id="{2B81350C-0808-3154-4029-9CCC593B0B0F}"/>
                  </a:ext>
                </a:extLst>
              </p:cNvPr>
              <p:cNvSpPr/>
              <p:nvPr/>
            </p:nvSpPr>
            <p:spPr>
              <a:xfrm>
                <a:off x="508958" y="6621607"/>
                <a:ext cx="41041" cy="35348"/>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5" name="Freeform: Shape 4">
                <a:extLst>
                  <a:ext uri="{FF2B5EF4-FFF2-40B4-BE49-F238E27FC236}">
                    <a16:creationId xmlns:a16="http://schemas.microsoft.com/office/drawing/2014/main" id="{B2773038-9810-DE56-F00A-804F1597D005}"/>
                  </a:ext>
                </a:extLst>
              </p:cNvPr>
              <p:cNvSpPr/>
              <p:nvPr/>
            </p:nvSpPr>
            <p:spPr>
              <a:xfrm>
                <a:off x="548511" y="6621649"/>
                <a:ext cx="39782" cy="34554"/>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6" name="Freeform: Shape 5">
                <a:extLst>
                  <a:ext uri="{FF2B5EF4-FFF2-40B4-BE49-F238E27FC236}">
                    <a16:creationId xmlns:a16="http://schemas.microsoft.com/office/drawing/2014/main" id="{099B63E4-0F31-1352-5162-EB771DB0E023}"/>
                  </a:ext>
                </a:extLst>
              </p:cNvPr>
              <p:cNvSpPr/>
              <p:nvPr/>
            </p:nvSpPr>
            <p:spPr>
              <a:xfrm>
                <a:off x="587741" y="6621626"/>
                <a:ext cx="43096" cy="47362"/>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7" name="Freeform: Shape 6">
                <a:extLst>
                  <a:ext uri="{FF2B5EF4-FFF2-40B4-BE49-F238E27FC236}">
                    <a16:creationId xmlns:a16="http://schemas.microsoft.com/office/drawing/2014/main" id="{DDE4F01E-A994-C19E-1BB4-086C4F8BB293}"/>
                  </a:ext>
                </a:extLst>
              </p:cNvPr>
              <p:cNvSpPr/>
              <p:nvPr/>
            </p:nvSpPr>
            <p:spPr>
              <a:xfrm>
                <a:off x="631084" y="6621662"/>
                <a:ext cx="33902" cy="35306"/>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8" name="Freeform: Shape 7">
                <a:extLst>
                  <a:ext uri="{FF2B5EF4-FFF2-40B4-BE49-F238E27FC236}">
                    <a16:creationId xmlns:a16="http://schemas.microsoft.com/office/drawing/2014/main" id="{316EFCC1-B3C7-E303-2970-F704A127A940}"/>
                  </a:ext>
                </a:extLst>
              </p:cNvPr>
              <p:cNvSpPr/>
              <p:nvPr/>
            </p:nvSpPr>
            <p:spPr>
              <a:xfrm>
                <a:off x="666575" y="6621509"/>
                <a:ext cx="33595" cy="3526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9" name="Freeform: Shape 8">
                <a:extLst>
                  <a:ext uri="{FF2B5EF4-FFF2-40B4-BE49-F238E27FC236}">
                    <a16:creationId xmlns:a16="http://schemas.microsoft.com/office/drawing/2014/main" id="{057342BE-08F1-B61A-71C6-CB18364B9027}"/>
                  </a:ext>
                </a:extLst>
              </p:cNvPr>
              <p:cNvSpPr/>
              <p:nvPr/>
            </p:nvSpPr>
            <p:spPr>
              <a:xfrm>
                <a:off x="719214" y="6607390"/>
                <a:ext cx="39994" cy="56464"/>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0" name="Freeform: Shape 9">
                <a:extLst>
                  <a:ext uri="{FF2B5EF4-FFF2-40B4-BE49-F238E27FC236}">
                    <a16:creationId xmlns:a16="http://schemas.microsoft.com/office/drawing/2014/main" id="{C0EBB9C6-BF2B-12A4-6D46-BD785F6CC7AF}"/>
                  </a:ext>
                </a:extLst>
              </p:cNvPr>
              <p:cNvSpPr/>
              <p:nvPr/>
            </p:nvSpPr>
            <p:spPr>
              <a:xfrm>
                <a:off x="749694" y="6621662"/>
                <a:ext cx="38472" cy="35306"/>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1" name="Freeform: Shape 10">
                <a:extLst>
                  <a:ext uri="{FF2B5EF4-FFF2-40B4-BE49-F238E27FC236}">
                    <a16:creationId xmlns:a16="http://schemas.microsoft.com/office/drawing/2014/main" id="{0B43B9B4-E700-3803-A5EA-508A0B260E7D}"/>
                  </a:ext>
                </a:extLst>
              </p:cNvPr>
              <p:cNvSpPr/>
              <p:nvPr/>
            </p:nvSpPr>
            <p:spPr>
              <a:xfrm>
                <a:off x="788840" y="6621649"/>
                <a:ext cx="36433" cy="34512"/>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2" name="Freeform: Shape 11">
                <a:extLst>
                  <a:ext uri="{FF2B5EF4-FFF2-40B4-BE49-F238E27FC236}">
                    <a16:creationId xmlns:a16="http://schemas.microsoft.com/office/drawing/2014/main" id="{CEF4A63A-E798-F53F-FBCD-480600271AF2}"/>
                  </a:ext>
                </a:extLst>
              </p:cNvPr>
              <p:cNvSpPr/>
              <p:nvPr/>
            </p:nvSpPr>
            <p:spPr>
              <a:xfrm>
                <a:off x="846067" y="6615361"/>
                <a:ext cx="24973" cy="4159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3" name="Freeform: Shape 12">
                <a:extLst>
                  <a:ext uri="{FF2B5EF4-FFF2-40B4-BE49-F238E27FC236}">
                    <a16:creationId xmlns:a16="http://schemas.microsoft.com/office/drawing/2014/main" id="{B5AD56AC-6424-B0E1-6848-0AD5B05F8B4F}"/>
                  </a:ext>
                </a:extLst>
              </p:cNvPr>
              <p:cNvSpPr/>
              <p:nvPr/>
            </p:nvSpPr>
            <p:spPr>
              <a:xfrm>
                <a:off x="870373" y="6608085"/>
                <a:ext cx="39763" cy="48103"/>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4" name="Freeform: Shape 13">
                <a:extLst>
                  <a:ext uri="{FF2B5EF4-FFF2-40B4-BE49-F238E27FC236}">
                    <a16:creationId xmlns:a16="http://schemas.microsoft.com/office/drawing/2014/main" id="{99E19D4B-AF21-471E-69B3-30EE080EC5DE}"/>
                  </a:ext>
                </a:extLst>
              </p:cNvPr>
              <p:cNvSpPr/>
              <p:nvPr/>
            </p:nvSpPr>
            <p:spPr>
              <a:xfrm>
                <a:off x="912357" y="6621662"/>
                <a:ext cx="33884" cy="35306"/>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5" name="Freeform: Shape 14">
                <a:extLst>
                  <a:ext uri="{FF2B5EF4-FFF2-40B4-BE49-F238E27FC236}">
                    <a16:creationId xmlns:a16="http://schemas.microsoft.com/office/drawing/2014/main" id="{1A4808E8-C786-AA18-DFC9-D6A8B01CAA19}"/>
                  </a:ext>
                </a:extLst>
              </p:cNvPr>
              <p:cNvSpPr/>
              <p:nvPr/>
            </p:nvSpPr>
            <p:spPr>
              <a:xfrm>
                <a:off x="971702" y="6599391"/>
                <a:ext cx="54969" cy="57312"/>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6" name="Freeform: Shape 15">
                <a:extLst>
                  <a:ext uri="{FF2B5EF4-FFF2-40B4-BE49-F238E27FC236}">
                    <a16:creationId xmlns:a16="http://schemas.microsoft.com/office/drawing/2014/main" id="{083C442F-391E-04A6-420D-B6A51F05A588}"/>
                  </a:ext>
                </a:extLst>
              </p:cNvPr>
              <p:cNvSpPr/>
              <p:nvPr/>
            </p:nvSpPr>
            <p:spPr>
              <a:xfrm>
                <a:off x="1025405" y="6621662"/>
                <a:ext cx="33915" cy="35306"/>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7" name="Freeform: Shape 16">
                <a:extLst>
                  <a:ext uri="{FF2B5EF4-FFF2-40B4-BE49-F238E27FC236}">
                    <a16:creationId xmlns:a16="http://schemas.microsoft.com/office/drawing/2014/main" id="{8425660B-2986-9E86-1413-D542B84F093D}"/>
                  </a:ext>
                </a:extLst>
              </p:cNvPr>
              <p:cNvSpPr/>
              <p:nvPr/>
            </p:nvSpPr>
            <p:spPr>
              <a:xfrm>
                <a:off x="1063530" y="6615375"/>
                <a:ext cx="25066" cy="4159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8" name="Freeform: Shape 17">
                <a:extLst>
                  <a:ext uri="{FF2B5EF4-FFF2-40B4-BE49-F238E27FC236}">
                    <a16:creationId xmlns:a16="http://schemas.microsoft.com/office/drawing/2014/main" id="{F462C82F-7A91-DE67-C445-FBDCE9BC480B}"/>
                  </a:ext>
                </a:extLst>
              </p:cNvPr>
              <p:cNvSpPr/>
              <p:nvPr/>
            </p:nvSpPr>
            <p:spPr>
              <a:xfrm>
                <a:off x="1088310" y="6615375"/>
                <a:ext cx="25159" cy="4159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49" name="Freeform: Shape 18">
                <a:extLst>
                  <a:ext uri="{FF2B5EF4-FFF2-40B4-BE49-F238E27FC236}">
                    <a16:creationId xmlns:a16="http://schemas.microsoft.com/office/drawing/2014/main" id="{E95D13B7-3F19-86A2-F58A-0B2323CF8B51}"/>
                  </a:ext>
                </a:extLst>
              </p:cNvPr>
              <p:cNvSpPr/>
              <p:nvPr/>
            </p:nvSpPr>
            <p:spPr>
              <a:xfrm>
                <a:off x="1112492" y="6621662"/>
                <a:ext cx="33915" cy="35306"/>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50" name="Freeform: Shape 19">
                <a:extLst>
                  <a:ext uri="{FF2B5EF4-FFF2-40B4-BE49-F238E27FC236}">
                    <a16:creationId xmlns:a16="http://schemas.microsoft.com/office/drawing/2014/main" id="{714CE73C-DCBB-AA7F-CFDC-90DFDF8E774B}"/>
                  </a:ext>
                </a:extLst>
              </p:cNvPr>
              <p:cNvSpPr/>
              <p:nvPr/>
            </p:nvSpPr>
            <p:spPr>
              <a:xfrm>
                <a:off x="1147761" y="6621676"/>
                <a:ext cx="36850" cy="34500"/>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grpSp>
        <p:grpSp>
          <p:nvGrpSpPr>
            <p:cNvPr id="9" name="Group 2">
              <a:extLst>
                <a:ext uri="{FF2B5EF4-FFF2-40B4-BE49-F238E27FC236}">
                  <a16:creationId xmlns:a16="http://schemas.microsoft.com/office/drawing/2014/main" id="{9221D22F-EFB4-3688-4B90-0800C5A2999B}"/>
                </a:ext>
              </a:extLst>
            </p:cNvPr>
            <p:cNvGrpSpPr/>
            <p:nvPr userDrawn="1"/>
          </p:nvGrpSpPr>
          <p:grpSpPr>
            <a:xfrm>
              <a:off x="410611" y="6346032"/>
              <a:ext cx="258774" cy="224107"/>
              <a:chOff x="6732027" y="127323"/>
              <a:chExt cx="345436" cy="299160"/>
            </a:xfrm>
          </p:grpSpPr>
          <p:sp>
            <p:nvSpPr>
              <p:cNvPr id="29" name="Freeform: Shape 1">
                <a:extLst>
                  <a:ext uri="{FF2B5EF4-FFF2-40B4-BE49-F238E27FC236}">
                    <a16:creationId xmlns:a16="http://schemas.microsoft.com/office/drawing/2014/main" id="{5683A6F3-E9EC-6CBF-D30F-870425C3A915}"/>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0" name="Freeform: Shape 2">
                <a:extLst>
                  <a:ext uri="{FF2B5EF4-FFF2-40B4-BE49-F238E27FC236}">
                    <a16:creationId xmlns:a16="http://schemas.microsoft.com/office/drawing/2014/main" id="{4822AFA0-F299-5BE2-9E33-8CE1DF2C9BB4}"/>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31" name="Freeform: Shape 3">
                <a:extLst>
                  <a:ext uri="{FF2B5EF4-FFF2-40B4-BE49-F238E27FC236}">
                    <a16:creationId xmlns:a16="http://schemas.microsoft.com/office/drawing/2014/main" id="{09A8BBA8-D93A-6860-1E54-20B15588D6AD}"/>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grpSp>
        <p:grpSp>
          <p:nvGrpSpPr>
            <p:cNvPr id="10" name="Group 3">
              <a:extLst>
                <a:ext uri="{FF2B5EF4-FFF2-40B4-BE49-F238E27FC236}">
                  <a16:creationId xmlns:a16="http://schemas.microsoft.com/office/drawing/2014/main" id="{80826CBF-0BE6-901D-B229-1D46F315F9C6}"/>
                </a:ext>
              </a:extLst>
            </p:cNvPr>
            <p:cNvGrpSpPr/>
            <p:nvPr userDrawn="1"/>
          </p:nvGrpSpPr>
          <p:grpSpPr>
            <a:xfrm>
              <a:off x="693466" y="6411344"/>
              <a:ext cx="490283" cy="160339"/>
              <a:chOff x="693466" y="6411344"/>
              <a:chExt cx="490283" cy="160339"/>
            </a:xfrm>
          </p:grpSpPr>
          <p:sp>
            <p:nvSpPr>
              <p:cNvPr id="11" name="Freeform: Shape 1">
                <a:extLst>
                  <a:ext uri="{FF2B5EF4-FFF2-40B4-BE49-F238E27FC236}">
                    <a16:creationId xmlns:a16="http://schemas.microsoft.com/office/drawing/2014/main" id="{5F919FA4-2848-EADC-865D-1A208E39BF24}"/>
                  </a:ext>
                </a:extLst>
              </p:cNvPr>
              <p:cNvSpPr/>
              <p:nvPr/>
            </p:nvSpPr>
            <p:spPr>
              <a:xfrm>
                <a:off x="693466" y="6413542"/>
                <a:ext cx="72032" cy="72254"/>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12" name="Freeform: Shape 2">
                <a:extLst>
                  <a:ext uri="{FF2B5EF4-FFF2-40B4-BE49-F238E27FC236}">
                    <a16:creationId xmlns:a16="http://schemas.microsoft.com/office/drawing/2014/main" id="{EF9EB4D3-C1DC-A551-139D-E92F73656559}"/>
                  </a:ext>
                </a:extLst>
              </p:cNvPr>
              <p:cNvSpPr/>
              <p:nvPr/>
            </p:nvSpPr>
            <p:spPr>
              <a:xfrm>
                <a:off x="771312" y="6413542"/>
                <a:ext cx="14551" cy="72254"/>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13" name="Freeform: Shape 3">
                <a:extLst>
                  <a:ext uri="{FF2B5EF4-FFF2-40B4-BE49-F238E27FC236}">
                    <a16:creationId xmlns:a16="http://schemas.microsoft.com/office/drawing/2014/main" id="{7105D468-3B71-3BB7-B174-17015B0F278F}"/>
                  </a:ext>
                </a:extLst>
              </p:cNvPr>
              <p:cNvSpPr/>
              <p:nvPr/>
            </p:nvSpPr>
            <p:spPr>
              <a:xfrm>
                <a:off x="789730" y="6413542"/>
                <a:ext cx="50191" cy="72254"/>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14" name="Freeform: Shape 4">
                <a:extLst>
                  <a:ext uri="{FF2B5EF4-FFF2-40B4-BE49-F238E27FC236}">
                    <a16:creationId xmlns:a16="http://schemas.microsoft.com/office/drawing/2014/main" id="{3F0A0B84-6D58-5ACA-EE1F-A2720A706B5C}"/>
                  </a:ext>
                </a:extLst>
              </p:cNvPr>
              <p:cNvSpPr/>
              <p:nvPr/>
            </p:nvSpPr>
            <p:spPr>
              <a:xfrm>
                <a:off x="839588" y="6411344"/>
                <a:ext cx="58343" cy="76316"/>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15" name="Freeform: Shape 5">
                <a:extLst>
                  <a:ext uri="{FF2B5EF4-FFF2-40B4-BE49-F238E27FC236}">
                    <a16:creationId xmlns:a16="http://schemas.microsoft.com/office/drawing/2014/main" id="{4B205284-AF49-06D0-DFDF-8FCAEFD93A7A}"/>
                  </a:ext>
                </a:extLst>
              </p:cNvPr>
              <p:cNvSpPr/>
              <p:nvPr/>
            </p:nvSpPr>
            <p:spPr>
              <a:xfrm>
                <a:off x="901743" y="6413542"/>
                <a:ext cx="57314" cy="74285"/>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16" name="Freeform: Shape 6">
                <a:extLst>
                  <a:ext uri="{FF2B5EF4-FFF2-40B4-BE49-F238E27FC236}">
                    <a16:creationId xmlns:a16="http://schemas.microsoft.com/office/drawing/2014/main" id="{2059171C-24B2-E5FF-B451-8E62975C7F26}"/>
                  </a:ext>
                </a:extLst>
              </p:cNvPr>
              <p:cNvSpPr/>
              <p:nvPr/>
            </p:nvSpPr>
            <p:spPr>
              <a:xfrm>
                <a:off x="964204" y="6413542"/>
                <a:ext cx="57592" cy="72254"/>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17" name="Freeform: Shape 7">
                <a:extLst>
                  <a:ext uri="{FF2B5EF4-FFF2-40B4-BE49-F238E27FC236}">
                    <a16:creationId xmlns:a16="http://schemas.microsoft.com/office/drawing/2014/main" id="{C0A8400F-8E28-330A-2718-778E4747936A}"/>
                  </a:ext>
                </a:extLst>
              </p:cNvPr>
              <p:cNvSpPr/>
              <p:nvPr/>
            </p:nvSpPr>
            <p:spPr>
              <a:xfrm>
                <a:off x="1025218" y="6413542"/>
                <a:ext cx="14564" cy="72254"/>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18" name="Freeform: Shape 8">
                <a:extLst>
                  <a:ext uri="{FF2B5EF4-FFF2-40B4-BE49-F238E27FC236}">
                    <a16:creationId xmlns:a16="http://schemas.microsoft.com/office/drawing/2014/main" id="{CD5B502C-DD92-789E-5FE7-BE6819F83BFF}"/>
                  </a:ext>
                </a:extLst>
              </p:cNvPr>
              <p:cNvSpPr/>
              <p:nvPr/>
            </p:nvSpPr>
            <p:spPr>
              <a:xfrm>
                <a:off x="1043303" y="6411344"/>
                <a:ext cx="58371" cy="76316"/>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19" name="Freeform: Shape 9">
                <a:extLst>
                  <a:ext uri="{FF2B5EF4-FFF2-40B4-BE49-F238E27FC236}">
                    <a16:creationId xmlns:a16="http://schemas.microsoft.com/office/drawing/2014/main" id="{74F023EE-020D-798C-FC9A-827505DB2599}"/>
                  </a:ext>
                </a:extLst>
              </p:cNvPr>
              <p:cNvSpPr/>
              <p:nvPr/>
            </p:nvSpPr>
            <p:spPr>
              <a:xfrm>
                <a:off x="1105583" y="6413542"/>
                <a:ext cx="57592" cy="72254"/>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0" name="Freeform: Shape 10">
                <a:extLst>
                  <a:ext uri="{FF2B5EF4-FFF2-40B4-BE49-F238E27FC236}">
                    <a16:creationId xmlns:a16="http://schemas.microsoft.com/office/drawing/2014/main" id="{E921EC1F-698A-F050-683B-DC53776CCE7F}"/>
                  </a:ext>
                </a:extLst>
              </p:cNvPr>
              <p:cNvSpPr/>
              <p:nvPr/>
            </p:nvSpPr>
            <p:spPr>
              <a:xfrm>
                <a:off x="1169185" y="6413542"/>
                <a:ext cx="14564" cy="72254"/>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1" name="Freeform: Shape 11">
                <a:extLst>
                  <a:ext uri="{FF2B5EF4-FFF2-40B4-BE49-F238E27FC236}">
                    <a16:creationId xmlns:a16="http://schemas.microsoft.com/office/drawing/2014/main" id="{AB5C220E-6B6C-3B05-7E6C-5174EC0EFC1E}"/>
                  </a:ext>
                </a:extLst>
              </p:cNvPr>
              <p:cNvSpPr/>
              <p:nvPr/>
            </p:nvSpPr>
            <p:spPr>
              <a:xfrm>
                <a:off x="693466" y="6497871"/>
                <a:ext cx="54532" cy="72267"/>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2" name="Freeform: Shape 12">
                <a:extLst>
                  <a:ext uri="{FF2B5EF4-FFF2-40B4-BE49-F238E27FC236}">
                    <a16:creationId xmlns:a16="http://schemas.microsoft.com/office/drawing/2014/main" id="{B2726B3C-DB76-3575-ED8C-EED9A0BBB294}"/>
                  </a:ext>
                </a:extLst>
              </p:cNvPr>
              <p:cNvSpPr/>
              <p:nvPr/>
            </p:nvSpPr>
            <p:spPr>
              <a:xfrm>
                <a:off x="752699" y="6497871"/>
                <a:ext cx="48703" cy="72267"/>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3" name="Freeform: Shape 13">
                <a:extLst>
                  <a:ext uri="{FF2B5EF4-FFF2-40B4-BE49-F238E27FC236}">
                    <a16:creationId xmlns:a16="http://schemas.microsoft.com/office/drawing/2014/main" id="{1F9DFA9A-1534-8E8B-A976-7B6A15C8BC7D}"/>
                  </a:ext>
                </a:extLst>
              </p:cNvPr>
              <p:cNvSpPr/>
              <p:nvPr/>
            </p:nvSpPr>
            <p:spPr>
              <a:xfrm>
                <a:off x="805575" y="6497871"/>
                <a:ext cx="54517" cy="72267"/>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4" name="Freeform: Shape 14">
                <a:extLst>
                  <a:ext uri="{FF2B5EF4-FFF2-40B4-BE49-F238E27FC236}">
                    <a16:creationId xmlns:a16="http://schemas.microsoft.com/office/drawing/2014/main" id="{2E5C522B-09FF-4496-F7AD-B73D2A2D7084}"/>
                  </a:ext>
                </a:extLst>
              </p:cNvPr>
              <p:cNvSpPr/>
              <p:nvPr/>
            </p:nvSpPr>
            <p:spPr>
              <a:xfrm>
                <a:off x="859328" y="6496104"/>
                <a:ext cx="64463" cy="75579"/>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5" name="Freeform: Shape 15">
                <a:extLst>
                  <a:ext uri="{FF2B5EF4-FFF2-40B4-BE49-F238E27FC236}">
                    <a16:creationId xmlns:a16="http://schemas.microsoft.com/office/drawing/2014/main" id="{C6D98ACD-3353-5C6B-B36E-8033C2F8128C}"/>
                  </a:ext>
                </a:extLst>
              </p:cNvPr>
              <p:cNvSpPr/>
              <p:nvPr/>
            </p:nvSpPr>
            <p:spPr>
              <a:xfrm>
                <a:off x="922499" y="6497871"/>
                <a:ext cx="50191" cy="72267"/>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6" name="Freeform: Shape 16">
                <a:extLst>
                  <a:ext uri="{FF2B5EF4-FFF2-40B4-BE49-F238E27FC236}">
                    <a16:creationId xmlns:a16="http://schemas.microsoft.com/office/drawing/2014/main" id="{91EE5DFF-88D8-6A5E-A8E0-EE22E8FD4B49}"/>
                  </a:ext>
                </a:extLst>
              </p:cNvPr>
              <p:cNvSpPr/>
              <p:nvPr/>
            </p:nvSpPr>
            <p:spPr>
              <a:xfrm>
                <a:off x="976292" y="6497774"/>
                <a:ext cx="57049" cy="72267"/>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7" name="Freeform: Shape 17">
                <a:extLst>
                  <a:ext uri="{FF2B5EF4-FFF2-40B4-BE49-F238E27FC236}">
                    <a16:creationId xmlns:a16="http://schemas.microsoft.com/office/drawing/2014/main" id="{35C77478-7BCC-12EE-81C4-3BD381B4A179}"/>
                  </a:ext>
                </a:extLst>
              </p:cNvPr>
              <p:cNvSpPr/>
              <p:nvPr/>
            </p:nvSpPr>
            <p:spPr>
              <a:xfrm>
                <a:off x="1037084" y="6497871"/>
                <a:ext cx="14551" cy="72267"/>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sp>
            <p:nvSpPr>
              <p:cNvPr id="28" name="Freeform: Shape 18">
                <a:extLst>
                  <a:ext uri="{FF2B5EF4-FFF2-40B4-BE49-F238E27FC236}">
                    <a16:creationId xmlns:a16="http://schemas.microsoft.com/office/drawing/2014/main" id="{E29108D2-17EB-373B-FB72-0DE137B4C08A}"/>
                  </a:ext>
                </a:extLst>
              </p:cNvPr>
              <p:cNvSpPr/>
              <p:nvPr/>
            </p:nvSpPr>
            <p:spPr>
              <a:xfrm>
                <a:off x="1055182" y="6496104"/>
                <a:ext cx="64463" cy="75579"/>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endParaRPr>
              </a:p>
            </p:txBody>
          </p:sp>
        </p:grpSp>
      </p:grpSp>
      <p:sp>
        <p:nvSpPr>
          <p:cNvPr id="4" name="Date">
            <a:extLst>
              <a:ext uri="{FF2B5EF4-FFF2-40B4-BE49-F238E27FC236}">
                <a16:creationId xmlns:a16="http://schemas.microsoft.com/office/drawing/2014/main" id="{9979F685-378F-4B1F-CF9D-791E5F6645C5}"/>
              </a:ext>
            </a:extLst>
          </p:cNvPr>
          <p:cNvSpPr>
            <a:spLocks noGrp="1"/>
          </p:cNvSpPr>
          <p:nvPr>
            <p:ph type="dt" sz="half" idx="2"/>
          </p:nvPr>
        </p:nvSpPr>
        <p:spPr>
          <a:xfrm>
            <a:off x="1458000" y="6598800"/>
            <a:ext cx="480901" cy="92333"/>
          </a:xfrm>
          <a:prstGeom prst="rect">
            <a:avLst/>
          </a:prstGeom>
        </p:spPr>
        <p:txBody>
          <a:bodyPr vert="horz" wrap="none" lIns="0" tIns="0" rIns="0" bIns="0" rtlCol="0" anchor="ctr">
            <a:spAutoFit/>
          </a:bodyPr>
          <a:lstStyle>
            <a:lvl1pPr algn="l">
              <a:defRPr sz="600" baseline="0">
                <a:solidFill>
                  <a:srgbClr val="4D4D4D"/>
                </a:solidFill>
              </a:defRPr>
            </a:lvl1pPr>
          </a:lstStyle>
          <a:p>
            <a:fld id="{1BCD8DC5-2445-4B02-8568-D12B54B91B55}" type="datetime1">
              <a:rPr lang="ja-JP" altLang="en-US" smtClean="0"/>
              <a:t>2026/3/31</a:t>
            </a:fld>
            <a:endParaRPr lang="ja-JP" altLang="en-US" dirty="0"/>
          </a:p>
        </p:txBody>
      </p:sp>
      <p:sp>
        <p:nvSpPr>
          <p:cNvPr id="5" name="Footer">
            <a:extLst>
              <a:ext uri="{FF2B5EF4-FFF2-40B4-BE49-F238E27FC236}">
                <a16:creationId xmlns:a16="http://schemas.microsoft.com/office/drawing/2014/main" id="{FE0CCBFF-8980-ECC0-3042-5224D7AB9073}"/>
              </a:ext>
            </a:extLst>
          </p:cNvPr>
          <p:cNvSpPr>
            <a:spLocks noGrp="1"/>
          </p:cNvSpPr>
          <p:nvPr>
            <p:ph type="ftr" sz="quarter" idx="3"/>
          </p:nvPr>
        </p:nvSpPr>
        <p:spPr>
          <a:xfrm>
            <a:off x="1458000" y="6396351"/>
            <a:ext cx="413575" cy="138499"/>
          </a:xfrm>
          <a:prstGeom prst="rect">
            <a:avLst/>
          </a:prstGeom>
        </p:spPr>
        <p:txBody>
          <a:bodyPr vert="horz" wrap="none" lIns="0" tIns="0" rIns="0" bIns="0" rtlCol="0" anchor="ctr">
            <a:spAutoFit/>
          </a:bodyPr>
          <a:lstStyle>
            <a:lvl1pPr algn="l">
              <a:defRPr sz="900" baseline="0">
                <a:solidFill>
                  <a:srgbClr val="4D4D4D"/>
                </a:solidFill>
              </a:defRPr>
            </a:lvl1pPr>
          </a:lstStyle>
          <a:p>
            <a:endParaRPr lang="ja-JP" altLang="en-US" dirty="0"/>
          </a:p>
        </p:txBody>
      </p:sp>
      <p:sp>
        <p:nvSpPr>
          <p:cNvPr id="3" name="Contents Text">
            <a:extLst>
              <a:ext uri="{FF2B5EF4-FFF2-40B4-BE49-F238E27FC236}">
                <a16:creationId xmlns:a16="http://schemas.microsoft.com/office/drawing/2014/main" id="{F6254D8C-03C8-38AC-A5BA-05A434746EC1}"/>
              </a:ext>
            </a:extLst>
          </p:cNvPr>
          <p:cNvSpPr>
            <a:spLocks noGrp="1"/>
          </p:cNvSpPr>
          <p:nvPr>
            <p:ph type="body" idx="1"/>
          </p:nvPr>
        </p:nvSpPr>
        <p:spPr>
          <a:xfrm>
            <a:off x="480000" y="1438200"/>
            <a:ext cx="11232000" cy="4762800"/>
          </a:xfrm>
          <a:prstGeom prst="rect">
            <a:avLst/>
          </a:prstGeom>
        </p:spPr>
        <p:txBody>
          <a:bodyPr vert="horz" lIns="0" tIns="0" rIns="0" bIns="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 name="Title">
            <a:extLst>
              <a:ext uri="{FF2B5EF4-FFF2-40B4-BE49-F238E27FC236}">
                <a16:creationId xmlns:a16="http://schemas.microsoft.com/office/drawing/2014/main" id="{2660FA14-4366-2618-A3C4-A2005C5F8204}"/>
              </a:ext>
            </a:extLst>
          </p:cNvPr>
          <p:cNvSpPr>
            <a:spLocks noGrp="1"/>
          </p:cNvSpPr>
          <p:nvPr>
            <p:ph type="title"/>
          </p:nvPr>
        </p:nvSpPr>
        <p:spPr>
          <a:xfrm>
            <a:off x="480000" y="441000"/>
            <a:ext cx="11232000" cy="565200"/>
          </a:xfrm>
          <a:prstGeom prst="rect">
            <a:avLst/>
          </a:prstGeom>
          <a:ln>
            <a:noFill/>
          </a:ln>
        </p:spPr>
        <p:txBody>
          <a:bodyPr vert="horz" lIns="0" tIns="0" rIns="0" bIns="0" rtlCol="0" anchor="ctr">
            <a:normAutofit/>
          </a:bodyPr>
          <a:lstStyle/>
          <a:p>
            <a:r>
              <a:rPr kumimoji="1" lang="ja-JP" altLang="en-US" dirty="0"/>
              <a:t>マスター タイトルの書式設定</a:t>
            </a:r>
          </a:p>
        </p:txBody>
      </p:sp>
    </p:spTree>
    <p:extLst>
      <p:ext uri="{BB962C8B-B14F-4D97-AF65-F5344CB8AC3E}">
        <p14:creationId xmlns:p14="http://schemas.microsoft.com/office/powerpoint/2010/main" val="2950046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61" r:id="rId5"/>
    <p:sldLayoutId id="2147483652" r:id="rId6"/>
    <p:sldLayoutId id="2147483663" r:id="rId7"/>
    <p:sldLayoutId id="2147483657" r:id="rId8"/>
    <p:sldLayoutId id="2147483664" r:id="rId9"/>
    <p:sldLayoutId id="2147483665" r:id="rId10"/>
    <p:sldLayoutId id="2147483666"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55" r:id="rId20"/>
    <p:sldLayoutId id="2147483680" r:id="rId21"/>
    <p:sldLayoutId id="2147483681" r:id="rId22"/>
    <p:sldLayoutId id="2147483682" r:id="rId23"/>
  </p:sldLayoutIdLst>
  <p:hf hdr="0"/>
  <p:txStyles>
    <p:titleStyle>
      <a:lvl1pPr algn="l" defTabSz="914400" rtl="0" eaLnBrk="1" latinLnBrk="0" hangingPunct="1">
        <a:lnSpc>
          <a:spcPct val="130000"/>
        </a:lnSpc>
        <a:spcBef>
          <a:spcPct val="0"/>
        </a:spcBef>
        <a:buNone/>
        <a:defRPr kumimoji="1" sz="2200" b="1" kern="1200">
          <a:solidFill>
            <a:srgbClr val="000000"/>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kumimoji="1" sz="1600" kern="1200" baseline="0">
          <a:solidFill>
            <a:srgbClr val="000000"/>
          </a:solidFill>
          <a:latin typeface="+mn-lt"/>
          <a:ea typeface="+mn-ea"/>
          <a:cs typeface="+mn-cs"/>
        </a:defRPr>
      </a:lvl1pPr>
      <a:lvl2pPr marL="685800" indent="-228600" algn="l" defTabSz="914400" rtl="0" eaLnBrk="1" latinLnBrk="0" hangingPunct="1">
        <a:lnSpc>
          <a:spcPct val="130000"/>
        </a:lnSpc>
        <a:spcBef>
          <a:spcPts val="1000"/>
        </a:spcBef>
        <a:buFont typeface="Arial" panose="020B0604020202020204" pitchFamily="34" charset="0"/>
        <a:buChar char="•"/>
        <a:defRPr kumimoji="1" sz="1400" kern="1200" baseline="0">
          <a:solidFill>
            <a:srgbClr val="000000"/>
          </a:solidFill>
          <a:latin typeface="+mn-lt"/>
          <a:ea typeface="+mn-ea"/>
          <a:cs typeface="+mn-cs"/>
        </a:defRPr>
      </a:lvl2pPr>
      <a:lvl3pPr marL="1143000" indent="-228600" algn="l" defTabSz="914400" rtl="0" eaLnBrk="1" latinLnBrk="0" hangingPunct="1">
        <a:lnSpc>
          <a:spcPct val="130000"/>
        </a:lnSpc>
        <a:spcBef>
          <a:spcPts val="1000"/>
        </a:spcBef>
        <a:buFont typeface="Arial" panose="020B0604020202020204" pitchFamily="34" charset="0"/>
        <a:buChar char="•"/>
        <a:defRPr kumimoji="1" sz="1200" kern="1200" baseline="0">
          <a:solidFill>
            <a:srgbClr val="000000"/>
          </a:solidFill>
          <a:latin typeface="+mn-lt"/>
          <a:ea typeface="+mn-ea"/>
          <a:cs typeface="+mn-cs"/>
        </a:defRPr>
      </a:lvl3pPr>
      <a:lvl4pPr marL="1600200" indent="-228600" algn="l" defTabSz="914400" rtl="0" eaLnBrk="1" latinLnBrk="0" hangingPunct="1">
        <a:lnSpc>
          <a:spcPct val="130000"/>
        </a:lnSpc>
        <a:spcBef>
          <a:spcPts val="1000"/>
        </a:spcBef>
        <a:buFont typeface="Arial" panose="020B0604020202020204" pitchFamily="34" charset="0"/>
        <a:buChar char="•"/>
        <a:defRPr kumimoji="1" sz="1000" kern="1200" baseline="0">
          <a:solidFill>
            <a:srgbClr val="000000"/>
          </a:solidFill>
          <a:latin typeface="+mn-lt"/>
          <a:ea typeface="+mn-ea"/>
          <a:cs typeface="+mn-cs"/>
        </a:defRPr>
      </a:lvl4pPr>
      <a:lvl5pPr marL="2057400" indent="-228600" algn="l" defTabSz="914400" rtl="0" eaLnBrk="1" latinLnBrk="0" hangingPunct="1">
        <a:lnSpc>
          <a:spcPct val="130000"/>
        </a:lnSpc>
        <a:spcBef>
          <a:spcPts val="1000"/>
        </a:spcBef>
        <a:buFont typeface="Arial" panose="020B0604020202020204" pitchFamily="34" charset="0"/>
        <a:buChar char="•"/>
        <a:defRPr kumimoji="1" sz="1000" kern="1200" baseline="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78" userDrawn="1">
          <p15:clr>
            <a:srgbClr val="F26B43"/>
          </p15:clr>
        </p15:guide>
        <p15:guide id="2" pos="302" userDrawn="1">
          <p15:clr>
            <a:srgbClr val="F26B43"/>
          </p15:clr>
        </p15:guide>
        <p15:guide id="3" pos="3704" userDrawn="1">
          <p15:clr>
            <a:srgbClr val="F26B43"/>
          </p15:clr>
        </p15:guide>
        <p15:guide id="4" pos="3976" userDrawn="1">
          <p15:clr>
            <a:srgbClr val="F26B43"/>
          </p15:clr>
        </p15:guide>
        <p15:guide id="5" pos="2139" userDrawn="1">
          <p15:clr>
            <a:srgbClr val="F26B43"/>
          </p15:clr>
        </p15:guide>
        <p15:guide id="6" pos="1867" userDrawn="1">
          <p15:clr>
            <a:srgbClr val="F26B43"/>
          </p15:clr>
        </p15:guide>
        <p15:guide id="7" pos="5541" userDrawn="1">
          <p15:clr>
            <a:srgbClr val="F26B43"/>
          </p15:clr>
        </p15:guide>
        <p15:guide id="8" pos="5813" userDrawn="1">
          <p15:clr>
            <a:srgbClr val="F26B43"/>
          </p15:clr>
        </p15:guide>
        <p15:guide id="9" pos="7378" userDrawn="1">
          <p15:clr>
            <a:srgbClr val="F26B43"/>
          </p15:clr>
        </p15:guide>
        <p15:guide id="10" orient="horz" pos="981" userDrawn="1">
          <p15:clr>
            <a:srgbClr val="F26B43"/>
          </p15:clr>
        </p15:guide>
        <p15:guide id="11" orient="horz" pos="1253" userDrawn="1">
          <p15:clr>
            <a:srgbClr val="F26B43"/>
          </p15:clr>
        </p15:guide>
        <p15:guide id="12" orient="horz" pos="1956" userDrawn="1">
          <p15:clr>
            <a:srgbClr val="F26B43"/>
          </p15:clr>
        </p15:guide>
        <p15:guide id="13" orient="horz" pos="2228" userDrawn="1">
          <p15:clr>
            <a:srgbClr val="F26B43"/>
          </p15:clr>
        </p15:guide>
        <p15:guide id="14" orient="horz" pos="2931" userDrawn="1">
          <p15:clr>
            <a:srgbClr val="F26B43"/>
          </p15:clr>
        </p15:guide>
        <p15:guide id="15" orient="horz" pos="3203" userDrawn="1">
          <p15:clr>
            <a:srgbClr val="F26B43"/>
          </p15:clr>
        </p15:guide>
        <p15:guide id="16"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a:latin typeface="BIZ UDPゴシック"/>
                <a:ea typeface="BIZ UDPゴシック"/>
                <a:cs typeface="BIZ UDPゴシック"/>
              </a:rPr>
              <a:t>高度技術ソリューション部 ソリューション企画課</a:t>
            </a:r>
          </a:p>
        </p:txBody>
      </p:sp>
      <p:sp>
        <p:nvSpPr>
          <p:cNvPr id="3" name="Subtitle 2"/>
          <p:cNvSpPr>
            <a:spLocks noGrp="1"/>
          </p:cNvSpPr>
          <p:nvPr>
            <p:ph type="subTitle" idx="1"/>
          </p:nvPr>
        </p:nvSpPr>
        <p:spPr/>
        <p:txBody>
          <a:bodyPr/>
          <a:lstStyle/>
          <a:p>
            <a:r>
              <a:rPr>
                <a:latin typeface="BIZ UDPゴシック"/>
                <a:ea typeface="BIZ UDPゴシック"/>
                <a:cs typeface="BIZ UDPゴシック"/>
              </a:rPr>
              <a:t>既存設備に手を入れず、現場の「今」をデータにする</a:t>
            </a:r>
          </a:p>
        </p:txBody>
      </p:sp>
      <p:sp>
        <p:nvSpPr>
          <p:cNvPr id="4" name="Title 3"/>
          <p:cNvSpPr>
            <a:spLocks noGrp="1"/>
          </p:cNvSpPr>
          <p:nvPr>
            <p:ph type="ctrTitle"/>
          </p:nvPr>
        </p:nvSpPr>
        <p:spPr/>
        <p:txBody>
          <a:bodyPr/>
          <a:lstStyle/>
          <a:p>
            <a:r>
              <a:rPr>
                <a:latin typeface="BIZ UDPゴシック"/>
                <a:ea typeface="BIZ UDPゴシック"/>
                <a:cs typeface="BIZ UDPゴシック"/>
              </a:rPr>
              <a:t>レトロフィットIoT 活動報告</a:t>
            </a:r>
          </a:p>
        </p:txBody>
      </p:sp>
      <p:sp>
        <p:nvSpPr>
          <p:cNvPr id="5" name="auto-5">
            <a:extLst>
              <a:ext uri="{FF2B5EF4-FFF2-40B4-BE49-F238E27FC236}">
                <a16:creationId xmlns:a16="http://schemas.microsoft.com/office/drawing/2014/main" id="{5986C75D-8510-2CF7-AC30-AD2340BB067B}"/>
              </a:ext>
            </a:extLst>
          </p:cNvPr>
          <p:cNvSpPr>
            <a:spLocks noGrp="1"/>
          </p:cNvSpPr>
          <p:nvPr>
            <p:ph type="dt" sz="half" idx="10"/>
          </p:nvPr>
        </p:nvSpPr>
        <p:spPr>
          <a:xfrm>
            <a:off x="480000" y="5085000"/>
            <a:ext cx="856004" cy="202235"/>
          </a:xfrm>
        </p:spPr>
        <p:txBody>
          <a:bodyPr wrap="none">
            <a:spAutoFit/>
          </a:bodyPr>
          <a:lstStyle>
            <a:lvl1pPr>
              <a:lnSpc>
                <a:spcPct val="130000"/>
              </a:lnSpc>
              <a:defRPr sz="1200">
                <a:solidFill>
                  <a:srgbClr val="000000"/>
                </a:solidFill>
              </a:defRPr>
            </a:lvl1pPr>
          </a:lstStyle>
          <a:p>
            <a:r>
              <a:rPr>
                <a:latin typeface="BIZ UDPゴシック"/>
                <a:ea typeface="BIZ UDPゴシック"/>
                <a:cs typeface="BIZ UDPゴシック"/>
              </a:rPr>
              <a:t>2026年9月18日</a:t>
            </a:r>
            <a:endParaRPr lang="ja-JP" altLang="en-US" dirty="0"/>
          </a:p>
        </p:txBody>
      </p:sp>
      <p:pic>
        <p:nvPicPr>
          <p:cNvPr id="6" name="Picture 5" descr="rpi_logo.png"/>
          <p:cNvPicPr>
            <a:picLocks noChangeAspect="1"/>
          </p:cNvPicPr>
          <p:nvPr/>
        </p:nvPicPr>
        <p:blipFill>
          <a:blip r:embed="rId2"/>
          <a:stretch>
            <a:fillRect/>
          </a:stretch>
        </p:blipFill>
        <p:spPr>
          <a:xfrm>
            <a:off x="7589520" y="3520440"/>
            <a:ext cx="969785" cy="1143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a:latin typeface="BIZ UDPゴシック"/>
                <a:ea typeface="BIZ UDPゴシック"/>
                <a:cs typeface="BIZ UDPゴシック"/>
              </a:rPr>
              <a:t>3</a:t>
            </a:r>
          </a:p>
          <a:p>
            <a:r>
              <a:rPr>
                <a:latin typeface="BIZ UDPゴシック"/>
                <a:ea typeface="BIZ UDPゴシック"/>
                <a:cs typeface="BIZ UDPゴシック"/>
              </a:rPr>
              <a:t>4</a:t>
            </a:r>
          </a:p>
          <a:p>
            <a:r>
              <a:rPr>
                <a:latin typeface="BIZ UDPゴシック"/>
                <a:ea typeface="BIZ UDPゴシック"/>
                <a:cs typeface="BIZ UDPゴシック"/>
              </a:rPr>
              <a:t>5</a:t>
            </a:r>
          </a:p>
          <a:p>
            <a:r>
              <a:rPr>
                <a:latin typeface="BIZ UDPゴシック"/>
                <a:ea typeface="BIZ UDPゴシック"/>
                <a:cs typeface="BIZ UDPゴシック"/>
              </a:rPr>
              <a:t>10</a:t>
            </a:r>
          </a:p>
          <a:p>
            <a:r>
              <a:rPr>
                <a:latin typeface="BIZ UDPゴシック"/>
                <a:ea typeface="BIZ UDPゴシック"/>
                <a:cs typeface="BIZ UDPゴシック"/>
              </a:rPr>
              <a:t>11</a:t>
            </a:r>
          </a:p>
          <a:p>
            <a:r>
              <a:rPr>
                <a:latin typeface="BIZ UDPゴシック"/>
                <a:ea typeface="BIZ UDPゴシック"/>
                <a:cs typeface="BIZ UDPゴシック"/>
              </a:rPr>
              <a:t>12</a:t>
            </a:r>
          </a:p>
          <a:p>
            <a:r>
              <a:rPr>
                <a:latin typeface="BIZ UDPゴシック"/>
                <a:ea typeface="BIZ UDPゴシック"/>
                <a:cs typeface="BIZ UDPゴシック"/>
              </a:rPr>
              <a:t>13</a:t>
            </a:r>
          </a:p>
        </p:txBody>
      </p:sp>
      <p:sp>
        <p:nvSpPr>
          <p:cNvPr id="3" name="Text Placeholder 2"/>
          <p:cNvSpPr>
            <a:spLocks noGrp="1"/>
          </p:cNvSpPr>
          <p:nvPr>
            <p:ph type="body" idx="23" sz="quarter"/>
          </p:nvPr>
        </p:nvSpPr>
        <p:spPr/>
        <p:txBody>
          <a:bodyPr/>
          <a:lstStyle/>
          <a:p>
            <a:r>
              <a:rPr>
                <a:latin typeface="BIZ UDPゴシック"/>
                <a:ea typeface="BIZ UDPゴシック"/>
                <a:cs typeface="BIZ UDPゴシック"/>
              </a:rPr>
              <a:t>背景</a:t>
            </a:r>
          </a:p>
          <a:p>
            <a:r>
              <a:rPr>
                <a:latin typeface="BIZ UDPゴシック"/>
                <a:ea typeface="BIZ UDPゴシック"/>
                <a:cs typeface="BIZ UDPゴシック"/>
              </a:rPr>
              <a:t>課題と取り組み</a:t>
            </a:r>
          </a:p>
          <a:p>
            <a:r>
              <a:rPr>
                <a:latin typeface="BIZ UDPゴシック"/>
                <a:ea typeface="BIZ UDPゴシック"/>
                <a:cs typeface="BIZ UDPゴシック"/>
              </a:rPr>
              <a:t>仕組み</a:t>
            </a:r>
          </a:p>
          <a:p>
            <a:r>
              <a:rPr>
                <a:latin typeface="BIZ UDPゴシック"/>
                <a:ea typeface="BIZ UDPゴシック"/>
                <a:cs typeface="BIZ UDPゴシック"/>
              </a:rPr>
              <a:t>検証</a:t>
            </a:r>
          </a:p>
          <a:p>
            <a:r>
              <a:rPr>
                <a:latin typeface="BIZ UDPゴシック"/>
                <a:ea typeface="BIZ UDPゴシック"/>
                <a:cs typeface="BIZ UDPゴシック"/>
              </a:rPr>
              <a:t>効果</a:t>
            </a:r>
          </a:p>
          <a:p>
            <a:r>
              <a:rPr>
                <a:latin typeface="BIZ UDPゴシック"/>
                <a:ea typeface="BIZ UDPゴシック"/>
                <a:cs typeface="BIZ UDPゴシック"/>
              </a:rPr>
              <a:t>今後の計画</a:t>
            </a:r>
          </a:p>
          <a:p>
            <a:r>
              <a:rPr>
                <a:latin typeface="BIZ UDPゴシック"/>
                <a:ea typeface="BIZ UDPゴシック"/>
                <a:cs typeface="BIZ UDPゴシック"/>
              </a:rPr>
              <a:t>参考資料</a:t>
            </a:r>
          </a:p>
        </p:txBody>
      </p:sp>
      <p:sp>
        <p:nvSpPr>
          <p:cNvPr id="4" name="Title 3"/>
          <p:cNvSpPr>
            <a:spLocks noGrp="1"/>
          </p:cNvSpPr>
          <p:nvPr>
            <p:ph type="title"/>
          </p:nvPr>
        </p:nvSpPr>
        <p:spPr/>
        <p:txBody>
          <a:bodyPr/>
          <a:lstStyle/>
          <a:p>
            <a:r>
              <a:rPr>
                <a:latin typeface="BIZ UDPゴシック"/>
                <a:ea typeface="BIZ UDPゴシック"/>
                <a:cs typeface="BIZ UDPゴシック"/>
              </a:rPr>
              <a:t>目次</a:t>
            </a:r>
          </a:p>
        </p:txBody>
      </p:sp>
      <p:sp>
        <p:nvSpPr>
          <p:cNvPr id="5" name="auto-5">
            <a:extLst>
              <a:ext uri="{FF2B5EF4-FFF2-40B4-BE49-F238E27FC236}">
                <a16:creationId xmlns:a16="http://schemas.microsoft.com/office/drawing/2014/main" id="{D572C5BE-269E-247D-5D88-2BF3FC6897B0}"/>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7"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収集・蓄積・活用の三層のうち、土台の「収集」ができていません</a:t>
            </a:r>
          </a:p>
        </p:txBody>
      </p:sp>
      <p:sp>
        <p:nvSpPr>
          <p:cNvPr id="3" name="Title 2"/>
          <p:cNvSpPr>
            <a:spLocks noGrp="1"/>
          </p:cNvSpPr>
          <p:nvPr>
            <p:ph type="title"/>
          </p:nvPr>
        </p:nvSpPr>
        <p:spPr/>
        <p:txBody>
          <a:bodyPr/>
          <a:lstStyle/>
          <a:p>
            <a:r>
              <a:rPr>
                <a:latin typeface="BIZ UDPゴシック"/>
                <a:ea typeface="BIZ UDPゴシック"/>
                <a:cs typeface="BIZ UDPゴシック"/>
              </a:rPr>
              <a:t>背景</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ounded Rectangle 5"/>
          <p:cNvSpPr/>
          <p:nvPr/>
        </p:nvSpPr>
        <p:spPr>
          <a:xfrm>
            <a:off x="480060" y="2103120"/>
            <a:ext cx="3456432" cy="2103120"/>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200"/>
              </a:spcAft>
            </a:pPr>
            <a:r>
              <a:rPr sz="900" b="0">
                <a:solidFill>
                  <a:srgbClr val="666666"/>
                </a:solidFill>
                <a:latin typeface="BIZ UDPゴシック"/>
                <a:ea typeface="BIZ UDPゴシック"/>
                <a:cs typeface="BIZ UDPゴシック"/>
              </a:rPr>
              <a:t>いま足りないのは</a:t>
            </a:r>
          </a:p>
          <a:p>
            <a:pPr algn="l">
              <a:spcAft>
                <a:spcPts val="200"/>
              </a:spcAft>
            </a:pPr>
            <a:r>
              <a:rPr sz="1400" b="1">
                <a:solidFill>
                  <a:srgbClr val="000000"/>
                </a:solidFill>
                <a:latin typeface="BIZ UDPゴシック"/>
                <a:ea typeface="BIZ UDPゴシック"/>
                <a:cs typeface="BIZ UDPゴシック"/>
              </a:rPr>
              <a:t>土台の「収集」です</a:t>
            </a:r>
          </a:p>
          <a:p>
            <a:pPr algn="l">
              <a:spcAft>
                <a:spcPts val="200"/>
              </a:spcAft>
            </a:pPr>
            <a:r>
              <a:rPr sz="600" b="0">
                <a:solidFill>
                  <a:srgbClr val="FFFFFF"/>
                </a:solidFill>
                <a:latin typeface="BIZ UDPゴシック"/>
                <a:ea typeface="BIZ UDPゴシック"/>
                <a:cs typeface="BIZ UDPゴシック"/>
              </a:rPr>
              <a:t/>
            </a:r>
          </a:p>
          <a:p>
            <a:pPr algn="l">
              <a:spcAft>
                <a:spcPts val="200"/>
              </a:spcAft>
            </a:pPr>
            <a:r>
              <a:rPr sz="1000" b="0">
                <a:solidFill>
                  <a:srgbClr val="333333"/>
                </a:solidFill>
                <a:latin typeface="BIZ UDPゴシック"/>
                <a:ea typeface="BIZ UDPゴシック"/>
                <a:cs typeface="BIZ UDPゴシック"/>
              </a:rPr>
              <a:t>蓄積も活用も、正確に収集されたデータが揃って初めて成り立ちます。</a:t>
            </a:r>
          </a:p>
          <a:p>
            <a:pPr algn="l">
              <a:spcAft>
                <a:spcPts val="200"/>
              </a:spcAft>
            </a:pPr>
            <a:r>
              <a:rPr sz="1000" b="0">
                <a:solidFill>
                  <a:srgbClr val="333333"/>
                </a:solidFill>
                <a:latin typeface="BIZ UDPゴシック"/>
                <a:ea typeface="BIZ UDPゴシック"/>
                <a:cs typeface="BIZ UDPゴシック"/>
              </a:rPr>
              <a:t>その収集が、いまは人の目と手書きに頼っています。</a:t>
            </a:r>
          </a:p>
        </p:txBody>
      </p:sp>
      <p:sp>
        <p:nvSpPr>
          <p:cNvPr id="7" name="Rectangle 6"/>
          <p:cNvSpPr/>
          <p:nvPr/>
        </p:nvSpPr>
        <p:spPr>
          <a:xfrm>
            <a:off x="480060" y="4389120"/>
            <a:ext cx="3456432" cy="11887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 y="4462272"/>
            <a:ext cx="3127248" cy="1042415"/>
          </a:xfrm>
          <a:prstGeom prst="rect">
            <a:avLst/>
          </a:prstGeom>
          <a:noFill/>
        </p:spPr>
        <p:txBody>
          <a:bodyPr wrap="square" lIns="0" rIns="0" tIns="27432" bIns="27432" anchor="ctr">
            <a:spAutoFit/>
          </a:bodyPr>
          <a:lstStyle/>
          <a:p>
            <a:pPr algn="ctr">
              <a:spcAft>
                <a:spcPts val="200"/>
              </a:spcAft>
            </a:pPr>
            <a:r>
              <a:rPr sz="1400" b="1">
                <a:solidFill>
                  <a:srgbClr val="CC0000"/>
                </a:solidFill>
                <a:latin typeface="BIZ UDPゴシック"/>
                <a:ea typeface="BIZ UDPゴシック"/>
                <a:cs typeface="BIZ UDPゴシック"/>
              </a:rPr>
              <a:t>本取組は、この土台を埋めるものです</a:t>
            </a:r>
          </a:p>
          <a:p>
            <a:pPr algn="ctr">
              <a:spcAft>
                <a:spcPts val="200"/>
              </a:spcAft>
            </a:pPr>
            <a:r>
              <a:rPr sz="1000" b="0">
                <a:solidFill>
                  <a:srgbClr val="333333"/>
                </a:solidFill>
                <a:latin typeface="BIZ UDPゴシック"/>
                <a:ea typeface="BIZ UDPゴシック"/>
                <a:cs typeface="BIZ UDPゴシック"/>
              </a:rPr>
              <a:t>収集の時点で、拠点・ライン・工程・時刻まで決めた形で書き込みます</a:t>
            </a:r>
          </a:p>
        </p:txBody>
      </p:sp>
      <p:sp>
        <p:nvSpPr>
          <p:cNvPr id="9" name="Isosceles Triangle 8"/>
          <p:cNvSpPr/>
          <p:nvPr/>
        </p:nvSpPr>
        <p:spPr>
          <a:xfrm>
            <a:off x="4367631" y="2103120"/>
            <a:ext cx="3231361" cy="3703320"/>
          </a:xfrm>
          <a:prstGeom prst="triangle">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444752" y="3337559"/>
            <a:ext cx="1077120"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44752" y="2359152"/>
            <a:ext cx="1077120" cy="329184"/>
          </a:xfrm>
          <a:prstGeom prst="rect">
            <a:avLst/>
          </a:prstGeom>
          <a:noFill/>
        </p:spPr>
        <p:txBody>
          <a:bodyPr wrap="square" lIns="0" rIns="0" tIns="27432" bIns="27432" anchor="t">
            <a:spAutoFit/>
          </a:bodyPr>
          <a:lstStyle/>
          <a:p>
            <a:pPr algn="ctr">
              <a:spcAft>
                <a:spcPts val="200"/>
              </a:spcAft>
            </a:pPr>
            <a:r>
              <a:rPr sz="1200" b="1">
                <a:solidFill>
                  <a:srgbClr val="333333"/>
                </a:solidFill>
                <a:latin typeface="BIZ UDPゴシック"/>
                <a:ea typeface="BIZ UDPゴシック"/>
                <a:cs typeface="BIZ UDPゴシック"/>
              </a:rPr>
              <a:t>活用</a:t>
            </a:r>
          </a:p>
        </p:txBody>
      </p:sp>
      <p:sp>
        <p:nvSpPr>
          <p:cNvPr id="12" name="Rounded Rectangle 11"/>
          <p:cNvSpPr/>
          <p:nvPr/>
        </p:nvSpPr>
        <p:spPr>
          <a:xfrm>
            <a:off x="7873313" y="2167127"/>
            <a:ext cx="3838322" cy="11064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200"/>
              </a:spcAft>
            </a:pPr>
            <a:r>
              <a:rPr sz="1200" b="1">
                <a:solidFill>
                  <a:srgbClr val="000000"/>
                </a:solidFill>
                <a:latin typeface="BIZ UDPゴシック"/>
                <a:ea typeface="BIZ UDPゴシック"/>
                <a:cs typeface="BIZ UDPゴシック"/>
              </a:rPr>
              <a:t>活用</a:t>
            </a:r>
          </a:p>
          <a:p>
            <a:pPr algn="l">
              <a:spcAft>
                <a:spcPts val="200"/>
              </a:spcAft>
            </a:pPr>
            <a:r>
              <a:rPr sz="600" b="0">
                <a:solidFill>
                  <a:srgbClr val="FFFFFF"/>
                </a:solidFill>
                <a:latin typeface="BIZ UDPゴシック"/>
                <a:ea typeface="BIZ UDPゴシック"/>
                <a:cs typeface="BIZ UDPゴシック"/>
              </a:rPr>
              <a:t/>
            </a:r>
          </a:p>
          <a:p>
            <a:pPr algn="l">
              <a:spcAft>
                <a:spcPts val="200"/>
              </a:spcAft>
            </a:pPr>
            <a:r>
              <a:rPr sz="1000" b="0">
                <a:solidFill>
                  <a:srgbClr val="333333"/>
                </a:solidFill>
                <a:latin typeface="BIZ UDPゴシック"/>
                <a:ea typeface="BIZ UDPゴシック"/>
                <a:cs typeface="BIZ UDPゴシック"/>
              </a:rPr>
              <a:t>三次利用。稼働率の可視化・傾向分析・予測に使う</a:t>
            </a:r>
          </a:p>
        </p:txBody>
      </p:sp>
      <p:cxnSp>
        <p:nvCxnSpPr>
          <p:cNvPr id="13" name="Connector 12"/>
          <p:cNvCxnSpPr/>
          <p:nvPr/>
        </p:nvCxnSpPr>
        <p:spPr>
          <a:xfrm>
            <a:off x="6613312" y="2720339"/>
            <a:ext cx="1186849" cy="0"/>
          </a:xfrm>
          <a:prstGeom prst="line">
            <a:avLst/>
          </a:prstGeom>
          <a:ln w="127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906191" y="4572000"/>
            <a:ext cx="2154241"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06191" y="3593592"/>
            <a:ext cx="2154241" cy="329184"/>
          </a:xfrm>
          <a:prstGeom prst="rect">
            <a:avLst/>
          </a:prstGeom>
          <a:noFill/>
        </p:spPr>
        <p:txBody>
          <a:bodyPr wrap="square" lIns="0" rIns="0" tIns="27432" bIns="27432" anchor="t">
            <a:spAutoFit/>
          </a:bodyPr>
          <a:lstStyle/>
          <a:p>
            <a:pPr algn="ctr">
              <a:spcAft>
                <a:spcPts val="200"/>
              </a:spcAft>
            </a:pPr>
            <a:r>
              <a:rPr sz="1200" b="1">
                <a:solidFill>
                  <a:srgbClr val="333333"/>
                </a:solidFill>
                <a:latin typeface="BIZ UDPゴシック"/>
                <a:ea typeface="BIZ UDPゴシック"/>
                <a:cs typeface="BIZ UDPゴシック"/>
              </a:rPr>
              <a:t>蓄積</a:t>
            </a:r>
          </a:p>
        </p:txBody>
      </p:sp>
      <p:sp>
        <p:nvSpPr>
          <p:cNvPr id="16" name="Rounded Rectangle 15"/>
          <p:cNvSpPr/>
          <p:nvPr/>
        </p:nvSpPr>
        <p:spPr>
          <a:xfrm>
            <a:off x="7873313" y="3401567"/>
            <a:ext cx="3838322" cy="11064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200"/>
              </a:spcAft>
            </a:pPr>
            <a:r>
              <a:rPr sz="1200" b="1">
                <a:solidFill>
                  <a:srgbClr val="000000"/>
                </a:solidFill>
                <a:latin typeface="BIZ UDPゴシック"/>
                <a:ea typeface="BIZ UDPゴシック"/>
                <a:cs typeface="BIZ UDPゴシック"/>
              </a:rPr>
              <a:t>蓄積</a:t>
            </a:r>
          </a:p>
          <a:p>
            <a:pPr algn="l">
              <a:spcAft>
                <a:spcPts val="200"/>
              </a:spcAft>
            </a:pPr>
            <a:r>
              <a:rPr sz="600" b="0">
                <a:solidFill>
                  <a:srgbClr val="FFFFFF"/>
                </a:solidFill>
                <a:latin typeface="BIZ UDPゴシック"/>
                <a:ea typeface="BIZ UDPゴシック"/>
                <a:cs typeface="BIZ UDPゴシック"/>
              </a:rPr>
              <a:t/>
            </a:r>
          </a:p>
          <a:p>
            <a:pPr algn="l">
              <a:spcAft>
                <a:spcPts val="200"/>
              </a:spcAft>
            </a:pPr>
            <a:r>
              <a:rPr sz="1000" b="0">
                <a:solidFill>
                  <a:srgbClr val="333333"/>
                </a:solidFill>
                <a:latin typeface="BIZ UDPゴシック"/>
                <a:ea typeface="BIZ UDPゴシック"/>
                <a:cs typeface="BIZ UDPゴシック"/>
              </a:rPr>
              <a:t>二次利用。同じ表に貯め続け、工程やラインをまたいで集計できる形にする</a:t>
            </a:r>
          </a:p>
        </p:txBody>
      </p:sp>
      <p:cxnSp>
        <p:nvCxnSpPr>
          <p:cNvPr id="17" name="Connector 16"/>
          <p:cNvCxnSpPr/>
          <p:nvPr/>
        </p:nvCxnSpPr>
        <p:spPr>
          <a:xfrm flipV="1">
            <a:off x="7151872" y="3954779"/>
            <a:ext cx="648289" cy="1"/>
          </a:xfrm>
          <a:prstGeom prst="line">
            <a:avLst/>
          </a:prstGeom>
          <a:ln w="12700">
            <a:solidFill>
              <a:srgbClr val="CCCC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67631" y="4828032"/>
            <a:ext cx="3231361" cy="329184"/>
          </a:xfrm>
          <a:prstGeom prst="rect">
            <a:avLst/>
          </a:prstGeom>
          <a:noFill/>
        </p:spPr>
        <p:txBody>
          <a:bodyPr wrap="square" lIns="0" rIns="0" tIns="27432" bIns="27432" anchor="t">
            <a:spAutoFit/>
          </a:bodyPr>
          <a:lstStyle/>
          <a:p>
            <a:pPr algn="ctr">
              <a:spcAft>
                <a:spcPts val="200"/>
              </a:spcAft>
            </a:pPr>
            <a:r>
              <a:rPr sz="1200" b="1">
                <a:solidFill>
                  <a:srgbClr val="333333"/>
                </a:solidFill>
                <a:latin typeface="BIZ UDPゴシック"/>
                <a:ea typeface="BIZ UDPゴシック"/>
                <a:cs typeface="BIZ UDPゴシック"/>
              </a:rPr>
              <a:t>収集</a:t>
            </a:r>
          </a:p>
        </p:txBody>
      </p:sp>
      <p:sp>
        <p:nvSpPr>
          <p:cNvPr id="19" name="Rounded Rectangle 18"/>
          <p:cNvSpPr/>
          <p:nvPr/>
        </p:nvSpPr>
        <p:spPr>
          <a:xfrm>
            <a:off x="7873313" y="4636008"/>
            <a:ext cx="3838322" cy="11064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200"/>
              </a:spcAft>
            </a:pPr>
            <a:r>
              <a:rPr sz="1200" b="1">
                <a:solidFill>
                  <a:srgbClr val="000000"/>
                </a:solidFill>
                <a:latin typeface="BIZ UDPゴシック"/>
                <a:ea typeface="BIZ UDPゴシック"/>
                <a:cs typeface="BIZ UDPゴシック"/>
              </a:rPr>
              <a:t>収集</a:t>
            </a:r>
          </a:p>
          <a:p>
            <a:pPr algn="l">
              <a:spcAft>
                <a:spcPts val="200"/>
              </a:spcAft>
            </a:pPr>
            <a:r>
              <a:rPr sz="600" b="0">
                <a:solidFill>
                  <a:srgbClr val="FFFFFF"/>
                </a:solidFill>
                <a:latin typeface="BIZ UDPゴシック"/>
                <a:ea typeface="BIZ UDPゴシック"/>
                <a:cs typeface="BIZ UDPゴシック"/>
              </a:rPr>
              <a:t/>
            </a:r>
          </a:p>
          <a:p>
            <a:pPr algn="l">
              <a:spcAft>
                <a:spcPts val="200"/>
              </a:spcAft>
            </a:pPr>
            <a:r>
              <a:rPr sz="1000" b="0">
                <a:solidFill>
                  <a:srgbClr val="333333"/>
                </a:solidFill>
                <a:latin typeface="BIZ UDPゴシック"/>
                <a:ea typeface="BIZ UDPゴシック"/>
                <a:cs typeface="BIZ UDPゴシック"/>
              </a:rPr>
              <a:t>一次利用。拠点・ライン・工程・時刻まで決めた形で、現場の「今」を取る</a:t>
            </a:r>
          </a:p>
        </p:txBody>
      </p:sp>
      <p:cxnSp>
        <p:nvCxnSpPr>
          <p:cNvPr id="20" name="Connector 19"/>
          <p:cNvCxnSpPr/>
          <p:nvPr/>
        </p:nvCxnSpPr>
        <p:spPr>
          <a:xfrm>
            <a:off x="7690433" y="5189220"/>
            <a:ext cx="109728" cy="0"/>
          </a:xfrm>
          <a:prstGeom prst="line">
            <a:avLst/>
          </a:prstGeom>
          <a:ln w="12700">
            <a:solidFill>
              <a:srgbClr val="CCCCCC"/>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873313" y="4636008"/>
            <a:ext cx="3838322" cy="1106424"/>
          </a:xfrm>
          <a:prstGeom prst="rect">
            <a:avLst/>
          </a:prstGeom>
          <a:noFill/>
          <a:ln w="95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収集の時点でマスタ（拠点・ライン・工程）を一緒に書くため、後から意味を足す工程が要りません。</a:t>
            </a:r>
          </a:p>
        </p:txBody>
      </p:sp>
      <p:sp>
        <p:nvSpPr>
          <p:cNvPr id="23"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古い設備や孤立した設備は、動いた記録がどこにも残っていません</a:t>
            </a:r>
          </a:p>
        </p:txBody>
      </p:sp>
      <p:sp>
        <p:nvSpPr>
          <p:cNvPr id="3" name="Title 2"/>
          <p:cNvSpPr>
            <a:spLocks noGrp="1"/>
          </p:cNvSpPr>
          <p:nvPr>
            <p:ph type="title"/>
          </p:nvPr>
        </p:nvSpPr>
        <p:spPr/>
        <p:txBody>
          <a:bodyPr/>
          <a:lstStyle/>
          <a:p>
            <a:r>
              <a:rPr>
                <a:latin typeface="BIZ UDPゴシック"/>
                <a:ea typeface="BIZ UDPゴシック"/>
                <a:cs typeface="BIZ UDPゴシック"/>
              </a:rPr>
              <a:t>課題と取り組み</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TextBox 5"/>
          <p:cNvSpPr txBox="1"/>
          <p:nvPr/>
        </p:nvSpPr>
        <p:spPr>
          <a:xfrm>
            <a:off x="480060" y="1988819"/>
            <a:ext cx="11231575"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① 記録が残っていないのは、どの設備か</a:t>
            </a:r>
          </a:p>
        </p:txBody>
      </p:sp>
      <p:sp>
        <p:nvSpPr>
          <p:cNvPr id="7" name="Rounded Rectangle 6"/>
          <p:cNvSpPr/>
          <p:nvPr/>
        </p:nvSpPr>
        <p:spPr>
          <a:xfrm>
            <a:off x="480060" y="2331720"/>
            <a:ext cx="5400446" cy="96012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0">
                <a:solidFill>
                  <a:srgbClr val="666666"/>
                </a:solidFill>
                <a:latin typeface="BIZ UDPゴシック"/>
                <a:ea typeface="BIZ UDPゴシック"/>
                <a:cs typeface="BIZ UDPゴシック"/>
              </a:rPr>
              <a:t>対象外</a:t>
            </a:r>
          </a:p>
          <a:p>
            <a:pPr algn="ctr">
              <a:spcAft>
                <a:spcPts val="200"/>
              </a:spcAft>
            </a:pPr>
            <a:r>
              <a:rPr sz="1200" b="1">
                <a:solidFill>
                  <a:srgbClr val="666666"/>
                </a:solidFill>
                <a:latin typeface="BIZ UDPゴシック"/>
                <a:ea typeface="BIZ UDPゴシック"/>
                <a:cs typeface="BIZ UDPゴシック"/>
              </a:rPr>
              <a:t>ネットワークに繋がっている設備</a:t>
            </a:r>
          </a:p>
          <a:p>
            <a:pPr algn="ctr">
              <a:spcAft>
                <a:spcPts val="200"/>
              </a:spcAft>
            </a:pPr>
            <a:r>
              <a:rPr sz="1000" b="0">
                <a:solidFill>
                  <a:srgbClr val="666666"/>
                </a:solidFill>
                <a:latin typeface="BIZ UDPゴシック"/>
                <a:ea typeface="BIZ UDPゴシック"/>
                <a:cs typeface="BIZ UDPゴシック"/>
              </a:rPr>
              <a:t>制御盤や上位システム経由で、すでに記録が取れる</a:t>
            </a:r>
          </a:p>
        </p:txBody>
      </p:sp>
      <p:sp>
        <p:nvSpPr>
          <p:cNvPr id="8" name="Rounded Rectangle 7"/>
          <p:cNvSpPr/>
          <p:nvPr/>
        </p:nvSpPr>
        <p:spPr>
          <a:xfrm>
            <a:off x="6312103" y="2331720"/>
            <a:ext cx="5400446" cy="960120"/>
          </a:xfrm>
          <a:prstGeom prst="roundRect">
            <a:avLst>
              <a:gd name="adj" fmla="val 6000"/>
            </a:avLst>
          </a:prstGeom>
          <a:solidFill>
            <a:srgbClr val="E6E6E6"/>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CC0000"/>
                </a:solidFill>
                <a:latin typeface="BIZ UDPゴシック"/>
                <a:ea typeface="BIZ UDPゴシック"/>
                <a:cs typeface="BIZ UDPゴシック"/>
              </a:rPr>
              <a:t>本取組の対象</a:t>
            </a:r>
          </a:p>
          <a:p>
            <a:pPr algn="ctr">
              <a:spcAft>
                <a:spcPts val="200"/>
              </a:spcAft>
            </a:pPr>
            <a:r>
              <a:rPr sz="1200" b="1">
                <a:solidFill>
                  <a:srgbClr val="000000"/>
                </a:solidFill>
                <a:latin typeface="BIZ UDPゴシック"/>
                <a:ea typeface="BIZ UDPゴシック"/>
                <a:cs typeface="BIZ UDPゴシック"/>
              </a:rPr>
              <a:t>古い設備・ネットワークから孤立した設備</a:t>
            </a:r>
          </a:p>
          <a:p>
            <a:pPr algn="ctr">
              <a:spcAft>
                <a:spcPts val="200"/>
              </a:spcAft>
            </a:pPr>
            <a:r>
              <a:rPr sz="1000" b="0">
                <a:solidFill>
                  <a:srgbClr val="333333"/>
                </a:solidFill>
                <a:latin typeface="BIZ UDPゴシック"/>
                <a:ea typeface="BIZ UDPゴシック"/>
                <a:cs typeface="BIZ UDPゴシック"/>
              </a:rPr>
              <a:t>信号灯は光っているのに、動いた記録がどこにも残らない</a:t>
            </a:r>
          </a:p>
        </p:txBody>
      </p:sp>
      <p:sp>
        <p:nvSpPr>
          <p:cNvPr id="9" name="Rectangle 8"/>
          <p:cNvSpPr/>
          <p:nvPr/>
        </p:nvSpPr>
        <p:spPr>
          <a:xfrm>
            <a:off x="480060" y="3429000"/>
            <a:ext cx="11231575" cy="502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 y="3465576"/>
            <a:ext cx="10682935" cy="429768"/>
          </a:xfrm>
          <a:prstGeom prst="rect">
            <a:avLst/>
          </a:prstGeom>
          <a:noFill/>
        </p:spPr>
        <p:txBody>
          <a:bodyPr wrap="square" lIns="0" rIns="0" tIns="27432" bIns="27432" anchor="ctr">
            <a:spAutoFit/>
          </a:bodyPr>
          <a:lstStyle/>
          <a:p>
            <a:pPr algn="ctr">
              <a:spcAft>
                <a:spcPts val="200"/>
              </a:spcAft>
            </a:pPr>
            <a:r>
              <a:rPr sz="1200" b="1">
                <a:solidFill>
                  <a:srgbClr val="000000"/>
                </a:solidFill>
                <a:latin typeface="BIZ UDPゴシック"/>
                <a:ea typeface="BIZ UDPゴシック"/>
                <a:cs typeface="BIZ UDPゴシック"/>
              </a:rPr>
              <a:t>止めて改造すれば取れる。ただし手間も時間も費用もかかる ／ 工場網にも直結できない ／ いまは目視と手計上、見積もりは経験と勘</a:t>
            </a:r>
          </a:p>
        </p:txBody>
      </p:sp>
      <p:sp>
        <p:nvSpPr>
          <p:cNvPr id="11" name="Rectangle 10"/>
          <p:cNvSpPr/>
          <p:nvPr/>
        </p:nvSpPr>
        <p:spPr>
          <a:xfrm>
            <a:off x="480060" y="4041648"/>
            <a:ext cx="11231575" cy="18288"/>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 y="4114800"/>
            <a:ext cx="11231575"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② レトロフィットIoT で、設備の動きを記録に変える</a:t>
            </a:r>
          </a:p>
        </p:txBody>
      </p:sp>
      <p:sp>
        <p:nvSpPr>
          <p:cNvPr id="13" name="TextBox 12"/>
          <p:cNvSpPr txBox="1"/>
          <p:nvPr/>
        </p:nvSpPr>
        <p:spPr>
          <a:xfrm>
            <a:off x="480060" y="4425696"/>
            <a:ext cx="11231575" cy="274320"/>
          </a:xfrm>
          <a:prstGeom prst="rect">
            <a:avLst/>
          </a:prstGeom>
          <a:noFill/>
        </p:spPr>
        <p:txBody>
          <a:bodyPr wrap="square" lIns="0" rIns="0" tIns="27432" bIns="27432" anchor="t">
            <a:spAutoFit/>
          </a:bodyPr>
          <a:lstStyle/>
          <a:p>
            <a:pPr algn="l">
              <a:spcAft>
                <a:spcPts val="200"/>
              </a:spcAft>
            </a:pPr>
            <a:r>
              <a:rPr sz="1000" b="0">
                <a:solidFill>
                  <a:srgbClr val="333333"/>
                </a:solidFill>
                <a:latin typeface="BIZ UDPゴシック"/>
                <a:ea typeface="BIZ UDPゴシック"/>
                <a:cs typeface="BIZ UDPゴシック"/>
              </a:rPr>
              <a:t>レトロフィットIoT ＝ 既存の設備に後から機能を足し、データを取れるようにする取り組み全般。今回はその中で、シグナルタワー（信号灯）を対象にしました</a:t>
            </a:r>
          </a:p>
        </p:txBody>
      </p:sp>
      <p:sp>
        <p:nvSpPr>
          <p:cNvPr id="14" name="Rectangle 13"/>
          <p:cNvSpPr/>
          <p:nvPr/>
        </p:nvSpPr>
        <p:spPr>
          <a:xfrm>
            <a:off x="480060" y="4736592"/>
            <a:ext cx="5400446" cy="1024128"/>
          </a:xfrm>
          <a:prstGeom prst="rect">
            <a:avLst/>
          </a:prstGeom>
          <a:no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12103" y="4736592"/>
            <a:ext cx="5400446" cy="10241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99516" y="5111496"/>
            <a:ext cx="1325880" cy="274320"/>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これまで</a:t>
            </a:r>
          </a:p>
        </p:txBody>
      </p:sp>
      <p:sp>
        <p:nvSpPr>
          <p:cNvPr id="17" name="Rounded Rectangle 16"/>
          <p:cNvSpPr/>
          <p:nvPr/>
        </p:nvSpPr>
        <p:spPr>
          <a:xfrm>
            <a:off x="6531559" y="5111496"/>
            <a:ext cx="1325880" cy="274320"/>
          </a:xfrm>
          <a:prstGeom prst="roundRect">
            <a:avLst>
              <a:gd name="adj" fmla="val 6000"/>
            </a:avLst>
          </a:prstGeom>
          <a:solidFill>
            <a:srgbClr val="FFFFFF"/>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CC0000"/>
                </a:solidFill>
                <a:latin typeface="BIZ UDPゴシック"/>
                <a:ea typeface="BIZ UDPゴシック"/>
                <a:cs typeface="BIZ UDPゴシック"/>
              </a:rPr>
              <a:t>本取組</a:t>
            </a:r>
          </a:p>
        </p:txBody>
      </p:sp>
      <p:sp>
        <p:nvSpPr>
          <p:cNvPr id="18" name="Right Arrow 17"/>
          <p:cNvSpPr/>
          <p:nvPr/>
        </p:nvSpPr>
        <p:spPr>
          <a:xfrm>
            <a:off x="5779008" y="5175504"/>
            <a:ext cx="457200" cy="329184"/>
          </a:xfrm>
          <a:prstGeom prst="rightArrow">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44268" y="4846320"/>
            <a:ext cx="3516782" cy="822960"/>
          </a:xfrm>
          <a:prstGeom prst="rect">
            <a:avLst/>
          </a:prstGeom>
          <a:noFill/>
        </p:spPr>
        <p:txBody>
          <a:bodyPr wrap="square" lIns="0" rIns="0" tIns="27432" bIns="27432" anchor="t">
            <a:spAutoFit/>
          </a:bodyPr>
          <a:lstStyle/>
          <a:p>
            <a:pPr algn="l">
              <a:spcAft>
                <a:spcPts val="200"/>
              </a:spcAft>
            </a:pPr>
            <a:r>
              <a:rPr sz="1200" b="0">
                <a:solidFill>
                  <a:srgbClr val="333333"/>
                </a:solidFill>
                <a:latin typeface="BIZ UDPゴシック"/>
                <a:ea typeface="BIZ UDPゴシック"/>
                <a:cs typeface="BIZ UDPゴシック"/>
              </a:rPr>
              <a:t>① 人が現場まで見に行く</a:t>
            </a:r>
          </a:p>
          <a:p>
            <a:pPr algn="l">
              <a:spcAft>
                <a:spcPts val="200"/>
              </a:spcAft>
            </a:pPr>
            <a:r>
              <a:rPr sz="1200" b="0">
                <a:solidFill>
                  <a:srgbClr val="333333"/>
                </a:solidFill>
                <a:latin typeface="BIZ UDPゴシック"/>
                <a:ea typeface="BIZ UDPゴシック"/>
                <a:cs typeface="BIZ UDPゴシック"/>
              </a:rPr>
              <a:t>② 紙に書き留める</a:t>
            </a:r>
          </a:p>
          <a:p>
            <a:pPr algn="l">
              <a:spcAft>
                <a:spcPts val="200"/>
              </a:spcAft>
            </a:pPr>
            <a:r>
              <a:rPr sz="1200" b="0">
                <a:solidFill>
                  <a:srgbClr val="333333"/>
                </a:solidFill>
                <a:latin typeface="BIZ UDPゴシック"/>
                <a:ea typeface="BIZ UDPゴシック"/>
                <a:cs typeface="BIZ UDPゴシック"/>
              </a:rPr>
              <a:t>③ 後から Excel に転記する</a:t>
            </a:r>
          </a:p>
        </p:txBody>
      </p:sp>
      <p:sp>
        <p:nvSpPr>
          <p:cNvPr id="20" name="TextBox 19"/>
          <p:cNvSpPr txBox="1"/>
          <p:nvPr/>
        </p:nvSpPr>
        <p:spPr>
          <a:xfrm>
            <a:off x="7976311" y="4846320"/>
            <a:ext cx="3516782" cy="822960"/>
          </a:xfrm>
          <a:prstGeom prst="rect">
            <a:avLst/>
          </a:prstGeom>
          <a:noFill/>
        </p:spPr>
        <p:txBody>
          <a:bodyPr wrap="square" lIns="0" rIns="0" tIns="27432" bIns="27432" anchor="t">
            <a:spAutoFit/>
          </a:bodyPr>
          <a:lstStyle/>
          <a:p>
            <a:pPr algn="l">
              <a:spcAft>
                <a:spcPts val="200"/>
              </a:spcAft>
            </a:pPr>
            <a:r>
              <a:rPr sz="1200" b="0">
                <a:solidFill>
                  <a:srgbClr val="333333"/>
                </a:solidFill>
                <a:latin typeface="BIZ UDPゴシック"/>
                <a:ea typeface="BIZ UDPゴシック"/>
                <a:cs typeface="BIZ UDPゴシック"/>
              </a:rPr>
              <a:t>① AIカメラが信号灯を認識する</a:t>
            </a:r>
          </a:p>
          <a:p>
            <a:pPr algn="l">
              <a:spcAft>
                <a:spcPts val="200"/>
              </a:spcAft>
            </a:pPr>
            <a:r>
              <a:rPr sz="1200" b="0">
                <a:solidFill>
                  <a:srgbClr val="333333"/>
                </a:solidFill>
                <a:latin typeface="BIZ UDPゴシック"/>
                <a:ea typeface="BIZ UDPゴシック"/>
                <a:cs typeface="BIZ UDPゴシック"/>
              </a:rPr>
              <a:t>② 端末がその場で状態を判定する</a:t>
            </a:r>
          </a:p>
          <a:p>
            <a:pPr algn="l">
              <a:spcAft>
                <a:spcPts val="200"/>
              </a:spcAft>
            </a:pPr>
            <a:r>
              <a:rPr sz="1200" b="0">
                <a:solidFill>
                  <a:srgbClr val="333333"/>
                </a:solidFill>
                <a:latin typeface="BIZ UDPゴシック"/>
                <a:ea typeface="BIZ UDPゴシック"/>
                <a:cs typeface="BIZ UDPゴシック"/>
              </a:rPr>
              <a:t>③ そのまま hint DB に記録される</a:t>
            </a:r>
          </a:p>
        </p:txBody>
      </p:sp>
      <p:sp>
        <p:nvSpPr>
          <p:cNvPr id="21" name="TextBox 20"/>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人の在場管理（アプリ②）も同じ考え方で設計中です。</a:t>
            </a:r>
          </a:p>
        </p:txBody>
      </p:sp>
      <p:sp>
        <p:nvSpPr>
          <p:cNvPr id="22"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子Piは1台の親にぶら下がり（1対多）、その親も拠点ごとに増やせます</a:t>
            </a:r>
          </a:p>
        </p:txBody>
      </p:sp>
      <p:sp>
        <p:nvSpPr>
          <p:cNvPr id="3" name="Title 2"/>
          <p:cNvSpPr>
            <a:spLocks noGrp="1"/>
          </p:cNvSpPr>
          <p:nvPr>
            <p:ph type="title"/>
          </p:nvPr>
        </p:nvSpPr>
        <p:spPr/>
        <p:txBody>
          <a:bodyPr/>
          <a:lstStyle/>
          <a:p>
            <a:r>
              <a:rPr>
                <a:latin typeface="BIZ UDPゴシック"/>
                <a:ea typeface="BIZ UDPゴシック"/>
                <a:cs typeface="BIZ UDPゴシック"/>
              </a:rPr>
              <a:t>システム構成と台数の考え方</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ounded Rectangle 5"/>
          <p:cNvSpPr/>
          <p:nvPr/>
        </p:nvSpPr>
        <p:spPr>
          <a:xfrm>
            <a:off x="480060" y="1988819"/>
            <a:ext cx="3195218"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子ラズパイ（測定端末）</a:t>
            </a:r>
          </a:p>
        </p:txBody>
      </p:sp>
      <p:sp>
        <p:nvSpPr>
          <p:cNvPr id="7" name="TextBox 6"/>
          <p:cNvSpPr txBox="1"/>
          <p:nvPr/>
        </p:nvSpPr>
        <p:spPr>
          <a:xfrm>
            <a:off x="480060" y="2395728"/>
            <a:ext cx="3195218" cy="256032"/>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AIカメラで認識し、CSV を書くだけ</a:t>
            </a:r>
          </a:p>
        </p:txBody>
      </p:sp>
      <p:sp>
        <p:nvSpPr>
          <p:cNvPr id="8" name="Rounded Rectangle 7"/>
          <p:cNvSpPr/>
          <p:nvPr/>
        </p:nvSpPr>
        <p:spPr>
          <a:xfrm>
            <a:off x="4498238" y="1988819"/>
            <a:ext cx="3195218"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親ラズパイ（ハブ）</a:t>
            </a:r>
          </a:p>
        </p:txBody>
      </p:sp>
      <p:sp>
        <p:nvSpPr>
          <p:cNvPr id="9" name="TextBox 8"/>
          <p:cNvSpPr txBox="1"/>
          <p:nvPr/>
        </p:nvSpPr>
        <p:spPr>
          <a:xfrm>
            <a:off x="4498238" y="2395728"/>
            <a:ext cx="3195218" cy="256032"/>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集めて、代表して DB へ書く</a:t>
            </a:r>
          </a:p>
        </p:txBody>
      </p:sp>
      <p:sp>
        <p:nvSpPr>
          <p:cNvPr id="10" name="Rounded Rectangle 9"/>
          <p:cNvSpPr/>
          <p:nvPr/>
        </p:nvSpPr>
        <p:spPr>
          <a:xfrm>
            <a:off x="8516416" y="1988819"/>
            <a:ext cx="3195218"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hint DB（社内データベース）</a:t>
            </a:r>
          </a:p>
        </p:txBody>
      </p:sp>
      <p:sp>
        <p:nvSpPr>
          <p:cNvPr id="11" name="TextBox 10"/>
          <p:cNvSpPr txBox="1"/>
          <p:nvPr/>
        </p:nvSpPr>
        <p:spPr>
          <a:xfrm>
            <a:off x="8516416" y="2395728"/>
            <a:ext cx="3195218" cy="256032"/>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拠点・ライン・工程ごとに1行</a:t>
            </a:r>
          </a:p>
        </p:txBody>
      </p:sp>
      <p:sp>
        <p:nvSpPr>
          <p:cNvPr id="12" name="Rounded Rectangle 11"/>
          <p:cNvSpPr/>
          <p:nvPr/>
        </p:nvSpPr>
        <p:spPr>
          <a:xfrm>
            <a:off x="480060" y="2706624"/>
            <a:ext cx="3195218" cy="5486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i_zero2w.png"/>
          <p:cNvPicPr>
            <a:picLocks noChangeAspect="1"/>
          </p:cNvPicPr>
          <p:nvPr/>
        </p:nvPicPr>
        <p:blipFill>
          <a:blip r:embed="rId2"/>
          <a:stretch>
            <a:fillRect/>
          </a:stretch>
        </p:blipFill>
        <p:spPr>
          <a:xfrm>
            <a:off x="626364" y="2779776"/>
            <a:ext cx="551890" cy="402335"/>
          </a:xfrm>
          <a:prstGeom prst="rect">
            <a:avLst/>
          </a:prstGeom>
        </p:spPr>
      </p:pic>
      <p:sp>
        <p:nvSpPr>
          <p:cNvPr id="14" name="TextBox 13"/>
          <p:cNvSpPr txBox="1"/>
          <p:nvPr/>
        </p:nvSpPr>
        <p:spPr>
          <a:xfrm>
            <a:off x="1317650" y="2724912"/>
            <a:ext cx="2211323" cy="512063"/>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子Pi-01</a:t>
            </a:r>
          </a:p>
          <a:p>
            <a:pPr algn="l">
              <a:spcAft>
                <a:spcPts val="200"/>
              </a:spcAft>
            </a:pPr>
            <a:r>
              <a:rPr sz="900" b="0">
                <a:solidFill>
                  <a:srgbClr val="666666"/>
                </a:solidFill>
                <a:latin typeface="BIZ UDPゴシック"/>
                <a:ea typeface="BIZ UDPゴシック"/>
                <a:cs typeface="BIZ UDPゴシック"/>
              </a:rPr>
              <a:t>組立ライン</a:t>
            </a:r>
          </a:p>
        </p:txBody>
      </p:sp>
      <p:sp>
        <p:nvSpPr>
          <p:cNvPr id="15" name="Rounded Rectangle 14"/>
          <p:cNvSpPr/>
          <p:nvPr/>
        </p:nvSpPr>
        <p:spPr>
          <a:xfrm>
            <a:off x="480060" y="3346704"/>
            <a:ext cx="3195218" cy="5486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i_zero2w.png"/>
          <p:cNvPicPr>
            <a:picLocks noChangeAspect="1"/>
          </p:cNvPicPr>
          <p:nvPr/>
        </p:nvPicPr>
        <p:blipFill>
          <a:blip r:embed="rId2"/>
          <a:stretch>
            <a:fillRect/>
          </a:stretch>
        </p:blipFill>
        <p:spPr>
          <a:xfrm>
            <a:off x="626364" y="3419856"/>
            <a:ext cx="551890" cy="402335"/>
          </a:xfrm>
          <a:prstGeom prst="rect">
            <a:avLst/>
          </a:prstGeom>
        </p:spPr>
      </p:pic>
      <p:sp>
        <p:nvSpPr>
          <p:cNvPr id="17" name="TextBox 16"/>
          <p:cNvSpPr txBox="1"/>
          <p:nvPr/>
        </p:nvSpPr>
        <p:spPr>
          <a:xfrm>
            <a:off x="1317650" y="3364992"/>
            <a:ext cx="2211323" cy="512063"/>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子Pi-02</a:t>
            </a:r>
          </a:p>
          <a:p>
            <a:pPr algn="l">
              <a:spcAft>
                <a:spcPts val="200"/>
              </a:spcAft>
            </a:pPr>
            <a:r>
              <a:rPr sz="900" b="0">
                <a:solidFill>
                  <a:srgbClr val="666666"/>
                </a:solidFill>
                <a:latin typeface="BIZ UDPゴシック"/>
                <a:ea typeface="BIZ UDPゴシック"/>
                <a:cs typeface="BIZ UDPゴシック"/>
              </a:rPr>
              <a:t>検査工程</a:t>
            </a:r>
          </a:p>
        </p:txBody>
      </p:sp>
      <p:sp>
        <p:nvSpPr>
          <p:cNvPr id="18" name="Rounded Rectangle 17"/>
          <p:cNvSpPr/>
          <p:nvPr/>
        </p:nvSpPr>
        <p:spPr>
          <a:xfrm>
            <a:off x="480060" y="3986784"/>
            <a:ext cx="3195218" cy="5486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i_zero2w.png"/>
          <p:cNvPicPr>
            <a:picLocks noChangeAspect="1"/>
          </p:cNvPicPr>
          <p:nvPr/>
        </p:nvPicPr>
        <p:blipFill>
          <a:blip r:embed="rId2"/>
          <a:stretch>
            <a:fillRect/>
          </a:stretch>
        </p:blipFill>
        <p:spPr>
          <a:xfrm>
            <a:off x="626364" y="4059936"/>
            <a:ext cx="551890" cy="402335"/>
          </a:xfrm>
          <a:prstGeom prst="rect">
            <a:avLst/>
          </a:prstGeom>
        </p:spPr>
      </p:pic>
      <p:sp>
        <p:nvSpPr>
          <p:cNvPr id="20" name="TextBox 19"/>
          <p:cNvSpPr txBox="1"/>
          <p:nvPr/>
        </p:nvSpPr>
        <p:spPr>
          <a:xfrm>
            <a:off x="1317650" y="4005072"/>
            <a:ext cx="2211323" cy="512063"/>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子Pi-03</a:t>
            </a:r>
          </a:p>
          <a:p>
            <a:pPr algn="l">
              <a:spcAft>
                <a:spcPts val="200"/>
              </a:spcAft>
            </a:pPr>
            <a:r>
              <a:rPr sz="900" b="0">
                <a:solidFill>
                  <a:srgbClr val="666666"/>
                </a:solidFill>
                <a:latin typeface="BIZ UDPゴシック"/>
                <a:ea typeface="BIZ UDPゴシック"/>
                <a:cs typeface="BIZ UDPゴシック"/>
              </a:rPr>
              <a:t>出荷準備</a:t>
            </a:r>
          </a:p>
        </p:txBody>
      </p:sp>
      <p:sp>
        <p:nvSpPr>
          <p:cNvPr id="21" name="TextBox 20"/>
          <p:cNvSpPr txBox="1"/>
          <p:nvPr/>
        </p:nvSpPr>
        <p:spPr>
          <a:xfrm>
            <a:off x="480060" y="4608576"/>
            <a:ext cx="3195218" cy="310896"/>
          </a:xfrm>
          <a:prstGeom prst="rect">
            <a:avLst/>
          </a:prstGeom>
          <a:noFill/>
        </p:spPr>
        <p:txBody>
          <a:bodyPr wrap="square" lIns="0" rIns="0" tIns="27432" bIns="27432" anchor="t">
            <a:spAutoFit/>
          </a:bodyPr>
          <a:lstStyle/>
          <a:p>
            <a:pPr algn="ctr">
              <a:spcAft>
                <a:spcPts val="200"/>
              </a:spcAft>
            </a:pPr>
            <a:r>
              <a:rPr sz="1000" b="1">
                <a:solidFill>
                  <a:srgbClr val="000000"/>
                </a:solidFill>
                <a:latin typeface="BIZ UDPゴシック"/>
                <a:ea typeface="BIZ UDPゴシック"/>
                <a:cs typeface="BIZ UDPゴシック"/>
              </a:rPr>
              <a:t>… 同じ受け口へ、何台でも</a:t>
            </a:r>
          </a:p>
        </p:txBody>
      </p:sp>
      <p:sp>
        <p:nvSpPr>
          <p:cNvPr id="22" name="Rounded Rectangle 21"/>
          <p:cNvSpPr/>
          <p:nvPr/>
        </p:nvSpPr>
        <p:spPr>
          <a:xfrm>
            <a:off x="4498238" y="2706624"/>
            <a:ext cx="3195218" cy="5486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i5.png"/>
          <p:cNvPicPr>
            <a:picLocks noChangeAspect="1"/>
          </p:cNvPicPr>
          <p:nvPr/>
        </p:nvPicPr>
        <p:blipFill>
          <a:blip r:embed="rId3"/>
          <a:stretch>
            <a:fillRect/>
          </a:stretch>
        </p:blipFill>
        <p:spPr>
          <a:xfrm>
            <a:off x="4644542" y="2779776"/>
            <a:ext cx="523344" cy="402335"/>
          </a:xfrm>
          <a:prstGeom prst="rect">
            <a:avLst/>
          </a:prstGeom>
        </p:spPr>
      </p:pic>
      <p:sp>
        <p:nvSpPr>
          <p:cNvPr id="24" name="TextBox 23"/>
          <p:cNvSpPr txBox="1"/>
          <p:nvPr/>
        </p:nvSpPr>
        <p:spPr>
          <a:xfrm>
            <a:off x="5335828" y="2724912"/>
            <a:ext cx="2211323" cy="512063"/>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親Pi-A</a:t>
            </a:r>
          </a:p>
          <a:p>
            <a:pPr algn="l">
              <a:spcAft>
                <a:spcPts val="200"/>
              </a:spcAft>
            </a:pPr>
            <a:r>
              <a:rPr sz="900" b="0">
                <a:solidFill>
                  <a:srgbClr val="666666"/>
                </a:solidFill>
                <a:latin typeface="BIZ UDPゴシック"/>
                <a:ea typeface="BIZ UDPゴシック"/>
                <a:cs typeface="BIZ UDPゴシック"/>
              </a:rPr>
              <a:t>A棟</a:t>
            </a:r>
          </a:p>
        </p:txBody>
      </p:sp>
      <p:sp>
        <p:nvSpPr>
          <p:cNvPr id="25" name="Rounded Rectangle 24"/>
          <p:cNvSpPr/>
          <p:nvPr/>
        </p:nvSpPr>
        <p:spPr>
          <a:xfrm>
            <a:off x="4498238" y="3346704"/>
            <a:ext cx="3195218" cy="5486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i5.png"/>
          <p:cNvPicPr>
            <a:picLocks noChangeAspect="1"/>
          </p:cNvPicPr>
          <p:nvPr/>
        </p:nvPicPr>
        <p:blipFill>
          <a:blip r:embed="rId3"/>
          <a:stretch>
            <a:fillRect/>
          </a:stretch>
        </p:blipFill>
        <p:spPr>
          <a:xfrm>
            <a:off x="4644542" y="3419856"/>
            <a:ext cx="523344" cy="402335"/>
          </a:xfrm>
          <a:prstGeom prst="rect">
            <a:avLst/>
          </a:prstGeom>
        </p:spPr>
      </p:pic>
      <p:sp>
        <p:nvSpPr>
          <p:cNvPr id="27" name="TextBox 26"/>
          <p:cNvSpPr txBox="1"/>
          <p:nvPr/>
        </p:nvSpPr>
        <p:spPr>
          <a:xfrm>
            <a:off x="5335828" y="3364992"/>
            <a:ext cx="2211323" cy="512063"/>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親Pi-B</a:t>
            </a:r>
          </a:p>
          <a:p>
            <a:pPr algn="l">
              <a:spcAft>
                <a:spcPts val="200"/>
              </a:spcAft>
            </a:pPr>
            <a:r>
              <a:rPr sz="900" b="0">
                <a:solidFill>
                  <a:srgbClr val="666666"/>
                </a:solidFill>
                <a:latin typeface="BIZ UDPゴシック"/>
                <a:ea typeface="BIZ UDPゴシック"/>
                <a:cs typeface="BIZ UDPゴシック"/>
              </a:rPr>
              <a:t>B棟</a:t>
            </a:r>
          </a:p>
        </p:txBody>
      </p:sp>
      <p:sp>
        <p:nvSpPr>
          <p:cNvPr id="28" name="TextBox 27"/>
          <p:cNvSpPr txBox="1"/>
          <p:nvPr/>
        </p:nvSpPr>
        <p:spPr>
          <a:xfrm>
            <a:off x="4498238" y="4023360"/>
            <a:ext cx="3195218" cy="566928"/>
          </a:xfrm>
          <a:prstGeom prst="rect">
            <a:avLst/>
          </a:prstGeom>
          <a:noFill/>
        </p:spPr>
        <p:txBody>
          <a:bodyPr wrap="square" lIns="0" rIns="0" tIns="27432" bIns="27432" anchor="t">
            <a:spAutoFit/>
          </a:bodyPr>
          <a:lstStyle/>
          <a:p>
            <a:pPr algn="ctr">
              <a:spcAft>
                <a:spcPts val="200"/>
              </a:spcAft>
            </a:pPr>
            <a:r>
              <a:rPr sz="1000" b="1">
                <a:solidFill>
                  <a:srgbClr val="000000"/>
                </a:solidFill>
                <a:latin typeface="BIZ UDPゴシック"/>
                <a:ea typeface="BIZ UDPゴシック"/>
                <a:cs typeface="BIZ UDPゴシック"/>
              </a:rPr>
              <a:t>… 拠点や区画ごとに、親も増やせる</a:t>
            </a:r>
          </a:p>
          <a:p>
            <a:pPr algn="ctr">
              <a:spcAft>
                <a:spcPts val="200"/>
              </a:spcAft>
            </a:pPr>
            <a:r>
              <a:rPr sz="900" b="0">
                <a:solidFill>
                  <a:srgbClr val="666666"/>
                </a:solidFill>
                <a:latin typeface="BIZ UDPゴシック"/>
                <a:ea typeface="BIZ UDPゴシック"/>
                <a:cs typeface="BIZ UDPゴシック"/>
              </a:rPr>
              <a:t>親どうしは干渉しません</a:t>
            </a:r>
          </a:p>
        </p:txBody>
      </p:sp>
      <p:sp>
        <p:nvSpPr>
          <p:cNvPr id="29" name="Rounded Rectangle 28"/>
          <p:cNvSpPr/>
          <p:nvPr/>
        </p:nvSpPr>
        <p:spPr>
          <a:xfrm>
            <a:off x="8516416" y="2706624"/>
            <a:ext cx="3195218" cy="182880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hint DB（Oracle HHC001）</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表 HF1RCM01（既存・変更なし）</a:t>
            </a:r>
          </a:p>
          <a:p>
            <a:pPr algn="ctr">
              <a:spcAft>
                <a:spcPts val="200"/>
              </a:spcAft>
            </a:pPr>
            <a:r>
              <a:rPr sz="1000" b="0">
                <a:solidFill>
                  <a:srgbClr val="333333"/>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子Piが何台でも、親が何台でも</a:t>
            </a:r>
          </a:p>
          <a:p>
            <a:pPr algn="ctr">
              <a:spcAft>
                <a:spcPts val="200"/>
              </a:spcAft>
            </a:pPr>
            <a:r>
              <a:rPr sz="1000" b="0">
                <a:solidFill>
                  <a:srgbClr val="333333"/>
                </a:solidFill>
                <a:latin typeface="BIZ UDPゴシック"/>
                <a:ea typeface="BIZ UDPゴシック"/>
                <a:cs typeface="BIZ UDPゴシック"/>
              </a:rPr>
              <a:t>行き先はこの表ひとつ</a:t>
            </a:r>
          </a:p>
        </p:txBody>
      </p:sp>
      <p:cxnSp>
        <p:nvCxnSpPr>
          <p:cNvPr id="30" name="Connector 29"/>
          <p:cNvCxnSpPr/>
          <p:nvPr/>
        </p:nvCxnSpPr>
        <p:spPr>
          <a:xfrm>
            <a:off x="3720998" y="2980944"/>
            <a:ext cx="365760"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720998" y="3621024"/>
            <a:ext cx="365760"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720998" y="4261104"/>
            <a:ext cx="365760"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086758" y="2980944"/>
            <a:ext cx="0" cy="128016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86758" y="2980944"/>
            <a:ext cx="28346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5400000">
            <a:off x="4361078" y="2907791"/>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7739176" y="2980944"/>
            <a:ext cx="365760"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9176" y="3621024"/>
            <a:ext cx="365760"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104936" y="2980944"/>
            <a:ext cx="0" cy="64008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104936" y="3621024"/>
            <a:ext cx="28346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40" name="Isosceles Triangle 39"/>
          <p:cNvSpPr/>
          <p:nvPr/>
        </p:nvSpPr>
        <p:spPr>
          <a:xfrm rot="5400000">
            <a:off x="8379256" y="3547872"/>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75278" y="2395728"/>
            <a:ext cx="822960" cy="256032"/>
          </a:xfrm>
          <a:prstGeom prst="rect">
            <a:avLst/>
          </a:prstGeom>
          <a:noFill/>
        </p:spPr>
        <p:txBody>
          <a:bodyPr wrap="square" lIns="0" rIns="0" tIns="27432" bIns="27432" anchor="t">
            <a:spAutoFit/>
          </a:bodyPr>
          <a:lstStyle/>
          <a:p>
            <a:pPr algn="ctr">
              <a:spcAft>
                <a:spcPts val="200"/>
              </a:spcAft>
            </a:pPr>
            <a:r>
              <a:rPr sz="900" b="1">
                <a:solidFill>
                  <a:srgbClr val="666666"/>
                </a:solidFill>
                <a:latin typeface="BIZ UDPゴシック"/>
                <a:ea typeface="BIZ UDPゴシック"/>
                <a:cs typeface="BIZ UDPゴシック"/>
              </a:rPr>
              <a:t>MQTT</a:t>
            </a:r>
          </a:p>
        </p:txBody>
      </p:sp>
      <p:sp>
        <p:nvSpPr>
          <p:cNvPr id="42" name="TextBox 41"/>
          <p:cNvSpPr txBox="1"/>
          <p:nvPr/>
        </p:nvSpPr>
        <p:spPr>
          <a:xfrm>
            <a:off x="7693456" y="2395728"/>
            <a:ext cx="822960" cy="256032"/>
          </a:xfrm>
          <a:prstGeom prst="rect">
            <a:avLst/>
          </a:prstGeom>
          <a:noFill/>
        </p:spPr>
        <p:txBody>
          <a:bodyPr wrap="square" lIns="0" rIns="0" tIns="27432" bIns="27432" anchor="t">
            <a:spAutoFit/>
          </a:bodyPr>
          <a:lstStyle/>
          <a:p>
            <a:pPr algn="ctr">
              <a:spcAft>
                <a:spcPts val="200"/>
              </a:spcAft>
            </a:pPr>
            <a:r>
              <a:rPr sz="900" b="1">
                <a:solidFill>
                  <a:srgbClr val="666666"/>
                </a:solidFill>
                <a:latin typeface="BIZ UDPゴシック"/>
                <a:ea typeface="BIZ UDPゴシック"/>
                <a:cs typeface="BIZ UDPゴシック"/>
              </a:rPr>
              <a:t>工場網</a:t>
            </a:r>
          </a:p>
        </p:txBody>
      </p:sp>
      <p:pic>
        <p:nvPicPr>
          <p:cNvPr id="43" name="Picture 42" descr="dongle.png"/>
          <p:cNvPicPr>
            <a:picLocks noChangeAspect="1"/>
          </p:cNvPicPr>
          <p:nvPr/>
        </p:nvPicPr>
        <p:blipFill>
          <a:blip r:embed="rId4"/>
          <a:stretch>
            <a:fillRect/>
          </a:stretch>
        </p:blipFill>
        <p:spPr>
          <a:xfrm>
            <a:off x="3981053" y="4315968"/>
            <a:ext cx="211469" cy="365760"/>
          </a:xfrm>
          <a:prstGeom prst="rect">
            <a:avLst/>
          </a:prstGeom>
        </p:spPr>
      </p:pic>
      <p:sp>
        <p:nvSpPr>
          <p:cNvPr id="44" name="Rounded Rectangle 43"/>
          <p:cNvSpPr/>
          <p:nvPr/>
        </p:nvSpPr>
        <p:spPr>
          <a:xfrm>
            <a:off x="7890967" y="4334256"/>
            <a:ext cx="427939" cy="46085"/>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953512" y="4419843"/>
            <a:ext cx="302849" cy="46085"/>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016057" y="4505431"/>
            <a:ext cx="177759" cy="46085"/>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68726" y="4591019"/>
            <a:ext cx="72420" cy="72420"/>
          </a:xfrm>
          <a:prstGeom prst="ellipse">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75278" y="4700016"/>
            <a:ext cx="822960" cy="256032"/>
          </a:xfrm>
          <a:prstGeom prst="rect">
            <a:avLst/>
          </a:prstGeom>
          <a:noFill/>
        </p:spPr>
        <p:txBody>
          <a:bodyPr wrap="square" lIns="0" rIns="0" tIns="27432" bIns="27432" anchor="t">
            <a:spAutoFit/>
          </a:bodyPr>
          <a:lstStyle/>
          <a:p>
            <a:pPr algn="ctr">
              <a:spcAft>
                <a:spcPts val="200"/>
              </a:spcAft>
            </a:pPr>
            <a:r>
              <a:rPr sz="900" b="1">
                <a:solidFill>
                  <a:srgbClr val="666666"/>
                </a:solidFill>
                <a:latin typeface="BIZ UDPゴシック"/>
                <a:ea typeface="BIZ UDPゴシック"/>
                <a:cs typeface="BIZ UDPゴシック"/>
              </a:rPr>
              <a:t>USBドングル</a:t>
            </a:r>
          </a:p>
        </p:txBody>
      </p:sp>
      <p:sp>
        <p:nvSpPr>
          <p:cNvPr id="49" name="TextBox 48"/>
          <p:cNvSpPr txBox="1"/>
          <p:nvPr/>
        </p:nvSpPr>
        <p:spPr>
          <a:xfrm>
            <a:off x="7693456" y="4700016"/>
            <a:ext cx="822960" cy="256032"/>
          </a:xfrm>
          <a:prstGeom prst="rect">
            <a:avLst/>
          </a:prstGeom>
          <a:noFill/>
        </p:spPr>
        <p:txBody>
          <a:bodyPr wrap="square" lIns="0" rIns="0" tIns="27432" bIns="27432" anchor="t">
            <a:spAutoFit/>
          </a:bodyPr>
          <a:lstStyle/>
          <a:p>
            <a:pPr algn="ctr">
              <a:spcAft>
                <a:spcPts val="200"/>
              </a:spcAft>
            </a:pPr>
            <a:r>
              <a:rPr sz="900" b="1">
                <a:solidFill>
                  <a:srgbClr val="666666"/>
                </a:solidFill>
                <a:latin typeface="BIZ UDPゴシック"/>
                <a:ea typeface="BIZ UDPゴシック"/>
                <a:cs typeface="BIZ UDPゴシック"/>
              </a:rPr>
              <a:t>内蔵WiFi</a:t>
            </a:r>
          </a:p>
        </p:txBody>
      </p:sp>
      <p:sp>
        <p:nvSpPr>
          <p:cNvPr id="50" name="Rectangle 49"/>
          <p:cNvSpPr/>
          <p:nvPr/>
        </p:nvSpPr>
        <p:spPr>
          <a:xfrm>
            <a:off x="480060" y="4956048"/>
            <a:ext cx="11231575" cy="8961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4380" y="5020056"/>
            <a:ext cx="10682935" cy="768096"/>
          </a:xfrm>
          <a:prstGeom prst="rect">
            <a:avLst/>
          </a:prstGeom>
          <a:noFill/>
        </p:spPr>
        <p:txBody>
          <a:bodyPr wrap="square" lIns="0" rIns="0" tIns="27432" bIns="27432" anchor="ctr">
            <a:spAutoFit/>
          </a:bodyPr>
          <a:lstStyle/>
          <a:p>
            <a:pPr algn="ctr">
              <a:spcAft>
                <a:spcPts val="200"/>
              </a:spcAft>
            </a:pPr>
            <a:r>
              <a:rPr sz="1400" b="1">
                <a:solidFill>
                  <a:srgbClr val="CC0000"/>
                </a:solidFill>
                <a:latin typeface="BIZ UDPゴシック"/>
                <a:ea typeface="BIZ UDPゴシック"/>
                <a:cs typeface="BIZ UDPゴシック"/>
              </a:rPr>
              <a:t>増やすときの約束はひとつだけ</a:t>
            </a:r>
          </a:p>
          <a:p>
            <a:pPr algn="ctr">
              <a:spcAft>
                <a:spcPts val="200"/>
              </a:spcAft>
            </a:pPr>
            <a:r>
              <a:rPr sz="1200" b="0">
                <a:solidFill>
                  <a:srgbClr val="333333"/>
                </a:solidFill>
                <a:latin typeface="BIZ UDPゴシック"/>
                <a:ea typeface="BIZ UDPゴシック"/>
                <a:cs typeface="BIZ UDPゴシック"/>
              </a:rPr>
              <a:t>拠点（STA_NO1）・ライン（STA_NO2）・工程（STA_NO3）の三つ組を重ねないこと。それだけで、子Piも親も台数を伸ばせます</a:t>
            </a:r>
          </a:p>
        </p:txBody>
      </p:sp>
      <p:sp>
        <p:nvSpPr>
          <p:cNvPr id="52" name="TextBox 51"/>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子Pi＝Pi Zero 2 W ＋ AIカメラ（センサー内蔵の機械学習で認識）、親Pi＝Pi 5。写真は実機と同型です。</a:t>
            </a:r>
          </a:p>
        </p:txBody>
      </p:sp>
      <p:sp>
        <p:nvSpPr>
          <p:cNvPr id="53"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子Piは hint DB に触れません。触れるのは親Pi だけです</a:t>
            </a:r>
          </a:p>
        </p:txBody>
      </p:sp>
      <p:sp>
        <p:nvSpPr>
          <p:cNvPr id="3" name="Title 2"/>
          <p:cNvSpPr>
            <a:spLocks noGrp="1"/>
          </p:cNvSpPr>
          <p:nvPr>
            <p:ph type="title"/>
          </p:nvPr>
        </p:nvSpPr>
        <p:spPr/>
        <p:txBody>
          <a:bodyPr/>
          <a:lstStyle/>
          <a:p>
            <a:r>
              <a:rPr>
                <a:latin typeface="BIZ UDPゴシック"/>
                <a:ea typeface="BIZ UDPゴシック"/>
                <a:cs typeface="BIZ UDPゴシック"/>
              </a:rPr>
              <a:t>データフロー</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ounded Rectangle 5"/>
          <p:cNvSpPr/>
          <p:nvPr/>
        </p:nvSpPr>
        <p:spPr>
          <a:xfrm>
            <a:off x="2500884" y="2029968"/>
            <a:ext cx="1743395" cy="310896"/>
          </a:xfrm>
          <a:prstGeom prst="roundRect">
            <a:avLst>
              <a:gd name="adj" fmla="val 6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1">
                <a:solidFill>
                  <a:srgbClr val="FFFFFF"/>
                </a:solidFill>
                <a:latin typeface="BIZ UDPゴシック"/>
                <a:ea typeface="BIZ UDPゴシック"/>
                <a:cs typeface="BIZ UDPゴシック"/>
              </a:rPr>
              <a:t>① 撮る</a:t>
            </a:r>
          </a:p>
        </p:txBody>
      </p:sp>
      <p:sp>
        <p:nvSpPr>
          <p:cNvPr id="7" name="Rounded Rectangle 6"/>
          <p:cNvSpPr/>
          <p:nvPr/>
        </p:nvSpPr>
        <p:spPr>
          <a:xfrm>
            <a:off x="4354007" y="2029968"/>
            <a:ext cx="1743395" cy="310896"/>
          </a:xfrm>
          <a:prstGeom prst="roundRect">
            <a:avLst>
              <a:gd name="adj" fmla="val 6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1">
                <a:solidFill>
                  <a:srgbClr val="FFFFFF"/>
                </a:solidFill>
                <a:latin typeface="BIZ UDPゴシック"/>
                <a:ea typeface="BIZ UDPゴシック"/>
                <a:cs typeface="BIZ UDPゴシック"/>
              </a:rPr>
              <a:t>② 書く</a:t>
            </a:r>
          </a:p>
        </p:txBody>
      </p:sp>
      <p:sp>
        <p:nvSpPr>
          <p:cNvPr id="8" name="Rounded Rectangle 7"/>
          <p:cNvSpPr/>
          <p:nvPr/>
        </p:nvSpPr>
        <p:spPr>
          <a:xfrm>
            <a:off x="6207130" y="2029968"/>
            <a:ext cx="1743395" cy="310896"/>
          </a:xfrm>
          <a:prstGeom prst="roundRect">
            <a:avLst>
              <a:gd name="adj" fmla="val 6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1">
                <a:solidFill>
                  <a:srgbClr val="FFFFFF"/>
                </a:solidFill>
                <a:latin typeface="BIZ UDPゴシック"/>
                <a:ea typeface="BIZ UDPゴシック"/>
                <a:cs typeface="BIZ UDPゴシック"/>
              </a:rPr>
              <a:t>③ 渡す</a:t>
            </a:r>
          </a:p>
        </p:txBody>
      </p:sp>
      <p:sp>
        <p:nvSpPr>
          <p:cNvPr id="9" name="Rounded Rectangle 8"/>
          <p:cNvSpPr/>
          <p:nvPr/>
        </p:nvSpPr>
        <p:spPr>
          <a:xfrm>
            <a:off x="8060253" y="2029968"/>
            <a:ext cx="1743395" cy="310896"/>
          </a:xfrm>
          <a:prstGeom prst="roundRect">
            <a:avLst>
              <a:gd name="adj" fmla="val 6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1">
                <a:solidFill>
                  <a:srgbClr val="FFFFFF"/>
                </a:solidFill>
                <a:latin typeface="BIZ UDPゴシック"/>
                <a:ea typeface="BIZ UDPゴシック"/>
                <a:cs typeface="BIZ UDPゴシック"/>
              </a:rPr>
              <a:t>④ 控える</a:t>
            </a:r>
          </a:p>
        </p:txBody>
      </p:sp>
      <p:sp>
        <p:nvSpPr>
          <p:cNvPr id="10" name="Rounded Rectangle 9"/>
          <p:cNvSpPr/>
          <p:nvPr/>
        </p:nvSpPr>
        <p:spPr>
          <a:xfrm>
            <a:off x="9913376" y="2029968"/>
            <a:ext cx="1743395" cy="310896"/>
          </a:xfrm>
          <a:prstGeom prst="roundRect">
            <a:avLst>
              <a:gd name="adj" fmla="val 6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1">
                <a:solidFill>
                  <a:srgbClr val="FFFFFF"/>
                </a:solidFill>
                <a:latin typeface="BIZ UDPゴシック"/>
                <a:ea typeface="BIZ UDPゴシック"/>
                <a:cs typeface="BIZ UDPゴシック"/>
              </a:rPr>
              <a:t>⑤ 記録する</a:t>
            </a:r>
          </a:p>
        </p:txBody>
      </p:sp>
      <p:sp>
        <p:nvSpPr>
          <p:cNvPr id="11" name="Rectangle 10"/>
          <p:cNvSpPr/>
          <p:nvPr/>
        </p:nvSpPr>
        <p:spPr>
          <a:xfrm>
            <a:off x="480060" y="2459736"/>
            <a:ext cx="11231575" cy="771143"/>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 y="2699004"/>
            <a:ext cx="1737360" cy="292608"/>
          </a:xfrm>
          <a:prstGeom prst="rect">
            <a:avLst/>
          </a:prstGeom>
          <a:noFill/>
        </p:spPr>
        <p:txBody>
          <a:bodyPr wrap="square" lIns="0" rIns="0" tIns="27432" bIns="27432" anchor="t">
            <a:spAutoFit/>
          </a:bodyPr>
          <a:lstStyle/>
          <a:p>
            <a:pPr algn="l">
              <a:spcAft>
                <a:spcPts val="200"/>
              </a:spcAft>
            </a:pPr>
            <a:r>
              <a:rPr sz="1200" b="1">
                <a:solidFill>
                  <a:srgbClr val="333333"/>
                </a:solidFill>
                <a:latin typeface="BIZ UDPゴシック"/>
                <a:ea typeface="BIZ UDPゴシック"/>
                <a:cs typeface="BIZ UDPゴシック"/>
              </a:rPr>
              <a:t>子ラズパイ</a:t>
            </a:r>
          </a:p>
        </p:txBody>
      </p:sp>
      <p:sp>
        <p:nvSpPr>
          <p:cNvPr id="13" name="Rounded Rectangle 12"/>
          <p:cNvSpPr/>
          <p:nvPr/>
        </p:nvSpPr>
        <p:spPr>
          <a:xfrm>
            <a:off x="2537460" y="2606040"/>
            <a:ext cx="1670243" cy="478535"/>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AIカメラで認識</a:t>
            </a:r>
          </a:p>
        </p:txBody>
      </p:sp>
      <p:sp>
        <p:nvSpPr>
          <p:cNvPr id="14" name="Rounded Rectangle 13"/>
          <p:cNvSpPr/>
          <p:nvPr/>
        </p:nvSpPr>
        <p:spPr>
          <a:xfrm>
            <a:off x="4390583" y="2606040"/>
            <a:ext cx="1670243" cy="478535"/>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CSV に1行書く</a:t>
            </a:r>
          </a:p>
        </p:txBody>
      </p:sp>
      <p:sp>
        <p:nvSpPr>
          <p:cNvPr id="15" name="Rounded Rectangle 14"/>
          <p:cNvSpPr/>
          <p:nvPr/>
        </p:nvSpPr>
        <p:spPr>
          <a:xfrm>
            <a:off x="6243706" y="2606040"/>
            <a:ext cx="1670243" cy="478535"/>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MQTT で親へ送る</a:t>
            </a:r>
          </a:p>
        </p:txBody>
      </p:sp>
      <p:sp>
        <p:nvSpPr>
          <p:cNvPr id="16" name="TextBox 15"/>
          <p:cNvSpPr txBox="1"/>
          <p:nvPr/>
        </p:nvSpPr>
        <p:spPr>
          <a:xfrm>
            <a:off x="571500" y="3744468"/>
            <a:ext cx="1737360" cy="292608"/>
          </a:xfrm>
          <a:prstGeom prst="rect">
            <a:avLst/>
          </a:prstGeom>
          <a:noFill/>
        </p:spPr>
        <p:txBody>
          <a:bodyPr wrap="square" lIns="0" rIns="0" tIns="27432" bIns="27432" anchor="t">
            <a:spAutoFit/>
          </a:bodyPr>
          <a:lstStyle/>
          <a:p>
            <a:pPr algn="l">
              <a:spcAft>
                <a:spcPts val="200"/>
              </a:spcAft>
            </a:pPr>
            <a:r>
              <a:rPr sz="1200" b="1">
                <a:solidFill>
                  <a:srgbClr val="333333"/>
                </a:solidFill>
                <a:latin typeface="BIZ UDPゴシック"/>
                <a:ea typeface="BIZ UDPゴシック"/>
                <a:cs typeface="BIZ UDPゴシック"/>
              </a:rPr>
              <a:t>親ラズパイ</a:t>
            </a:r>
          </a:p>
        </p:txBody>
      </p:sp>
      <p:sp>
        <p:nvSpPr>
          <p:cNvPr id="17" name="Rounded Rectangle 16"/>
          <p:cNvSpPr/>
          <p:nvPr/>
        </p:nvSpPr>
        <p:spPr>
          <a:xfrm>
            <a:off x="8096829" y="3651504"/>
            <a:ext cx="1670243" cy="478535"/>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控えてから送る</a:t>
            </a:r>
          </a:p>
        </p:txBody>
      </p:sp>
      <p:sp>
        <p:nvSpPr>
          <p:cNvPr id="18" name="Rectangle 17"/>
          <p:cNvSpPr/>
          <p:nvPr/>
        </p:nvSpPr>
        <p:spPr>
          <a:xfrm>
            <a:off x="480060" y="4550664"/>
            <a:ext cx="11231575" cy="771143"/>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1500" y="4789932"/>
            <a:ext cx="1737360" cy="292608"/>
          </a:xfrm>
          <a:prstGeom prst="rect">
            <a:avLst/>
          </a:prstGeom>
          <a:noFill/>
        </p:spPr>
        <p:txBody>
          <a:bodyPr wrap="square" lIns="0" rIns="0" tIns="27432" bIns="27432" anchor="t">
            <a:spAutoFit/>
          </a:bodyPr>
          <a:lstStyle/>
          <a:p>
            <a:pPr algn="l">
              <a:spcAft>
                <a:spcPts val="200"/>
              </a:spcAft>
            </a:pPr>
            <a:r>
              <a:rPr sz="1200" b="1">
                <a:solidFill>
                  <a:srgbClr val="333333"/>
                </a:solidFill>
                <a:latin typeface="BIZ UDPゴシック"/>
                <a:ea typeface="BIZ UDPゴシック"/>
                <a:cs typeface="BIZ UDPゴシック"/>
              </a:rPr>
              <a:t>hint DB</a:t>
            </a:r>
          </a:p>
        </p:txBody>
      </p:sp>
      <p:sp>
        <p:nvSpPr>
          <p:cNvPr id="20" name="Rounded Rectangle 19"/>
          <p:cNvSpPr/>
          <p:nvPr/>
        </p:nvSpPr>
        <p:spPr>
          <a:xfrm>
            <a:off x="9949952" y="4696968"/>
            <a:ext cx="1670243" cy="478535"/>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表 HF1RCM01 に1行</a:t>
            </a:r>
          </a:p>
        </p:txBody>
      </p:sp>
      <p:cxnSp>
        <p:nvCxnSpPr>
          <p:cNvPr id="21" name="Connector 20"/>
          <p:cNvCxnSpPr/>
          <p:nvPr/>
        </p:nvCxnSpPr>
        <p:spPr>
          <a:xfrm>
            <a:off x="4299143" y="2414016"/>
            <a:ext cx="0" cy="2907792"/>
          </a:xfrm>
          <a:prstGeom prst="line">
            <a:avLst/>
          </a:prstGeom>
          <a:ln w="12700">
            <a:solidFill>
              <a:srgbClr val="CCCCCC"/>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52266" y="2414016"/>
            <a:ext cx="0" cy="2907792"/>
          </a:xfrm>
          <a:prstGeom prst="line">
            <a:avLst/>
          </a:prstGeom>
          <a:ln w="12700">
            <a:solidFill>
              <a:srgbClr val="CCCCCC"/>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05389" y="2414016"/>
            <a:ext cx="0" cy="2907792"/>
          </a:xfrm>
          <a:prstGeom prst="line">
            <a:avLst/>
          </a:prstGeom>
          <a:ln w="12700">
            <a:solidFill>
              <a:srgbClr val="CCCCCC"/>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858512" y="2414016"/>
            <a:ext cx="0" cy="2907792"/>
          </a:xfrm>
          <a:prstGeom prst="line">
            <a:avLst/>
          </a:prstGeom>
          <a:ln w="12700">
            <a:solidFill>
              <a:srgbClr val="CCCCCC"/>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244279" y="2845308"/>
            <a:ext cx="5486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299143" y="2845308"/>
            <a:ext cx="0"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4225991" y="2845308"/>
            <a:ext cx="73152"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5400000">
            <a:off x="4225991" y="2772156"/>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097402" y="2845308"/>
            <a:ext cx="5486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52266" y="2845308"/>
            <a:ext cx="0"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079114" y="2845308"/>
            <a:ext cx="73152"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5400000">
            <a:off x="6079114" y="2772156"/>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7950525" y="2845308"/>
            <a:ext cx="5486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005389" y="2845308"/>
            <a:ext cx="0" cy="1045464"/>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7932237" y="3890772"/>
            <a:ext cx="73152"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36" name="Isosceles Triangle 35"/>
          <p:cNvSpPr/>
          <p:nvPr/>
        </p:nvSpPr>
        <p:spPr>
          <a:xfrm rot="5400000">
            <a:off x="7932237" y="3817620"/>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9803648" y="3890772"/>
            <a:ext cx="5486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858512" y="3890772"/>
            <a:ext cx="0" cy="1045464"/>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9785360" y="4936236"/>
            <a:ext cx="73152"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40" name="Isosceles Triangle 39"/>
          <p:cNvSpPr/>
          <p:nvPr/>
        </p:nvSpPr>
        <p:spPr>
          <a:xfrm rot="5400000">
            <a:off x="9785360" y="4863084"/>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80060" y="5413248"/>
            <a:ext cx="11231575" cy="4389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4380" y="5449824"/>
            <a:ext cx="10682935" cy="365760"/>
          </a:xfrm>
          <a:prstGeom prst="rect">
            <a:avLst/>
          </a:prstGeom>
          <a:noFill/>
        </p:spPr>
        <p:txBody>
          <a:bodyPr wrap="square" lIns="0" rIns="0" tIns="27432" bIns="27432" anchor="ctr">
            <a:spAutoFit/>
          </a:bodyPr>
          <a:lstStyle/>
          <a:p>
            <a:pPr algn="ctr">
              <a:spcAft>
                <a:spcPts val="200"/>
              </a:spcAft>
            </a:pPr>
            <a:r>
              <a:rPr sz="1400" b="1">
                <a:solidFill>
                  <a:srgbClr val="000000"/>
                </a:solidFill>
                <a:latin typeface="BIZ UDPゴシック"/>
                <a:ea typeface="BIZ UDPゴシック"/>
                <a:cs typeface="BIZ UDPゴシック"/>
              </a:rPr>
              <a:t>時刻は子Piが刻んだ取得時刻をそのまま記録します。親Piは書き換えません（Asia/Tokyo・14桁）</a:t>
            </a:r>
          </a:p>
        </p:txBody>
      </p:sp>
      <p:sp>
        <p:nvSpPr>
          <p:cNvPr id="43" name="TextBox 42"/>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子Piは CSV を1行書くだけです。書き手はカメラでなくてもよく、1行が「時刻・拠点・ライン・工程・状態」に収まるものなら同じ経路に載せられます。</a:t>
            </a:r>
          </a:p>
        </p:txBody>
      </p:sp>
      <p:sp>
        <p:nvSpPr>
          <p:cNvPr id="44"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信号灯の色を AI カメラが読み、一定時間続いたときだけ状態を確定します</a:t>
            </a:r>
          </a:p>
        </p:txBody>
      </p:sp>
      <p:sp>
        <p:nvSpPr>
          <p:cNvPr id="3" name="Title 2"/>
          <p:cNvSpPr>
            <a:spLocks noGrp="1"/>
          </p:cNvSpPr>
          <p:nvPr>
            <p:ph type="title"/>
          </p:nvPr>
        </p:nvSpPr>
        <p:spPr/>
        <p:txBody>
          <a:bodyPr/>
          <a:lstStyle/>
          <a:p>
            <a:r>
              <a:rPr>
                <a:latin typeface="BIZ UDPゴシック"/>
                <a:ea typeface="BIZ UDPゴシック"/>
                <a:cs typeface="BIZ UDPゴシック"/>
              </a:rPr>
              <a:t>取り組み内容：アプリ① 稼働監視（シグナルタワー）</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ounded Rectangle 5"/>
          <p:cNvSpPr/>
          <p:nvPr/>
        </p:nvSpPr>
        <p:spPr>
          <a:xfrm>
            <a:off x="480060" y="1988819"/>
            <a:ext cx="2327833"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撮る</a:t>
            </a:r>
          </a:p>
        </p:txBody>
      </p:sp>
      <p:sp>
        <p:nvSpPr>
          <p:cNvPr id="7" name="Rounded Rectangle 6"/>
          <p:cNvSpPr/>
          <p:nvPr/>
        </p:nvSpPr>
        <p:spPr>
          <a:xfrm>
            <a:off x="480060" y="2519172"/>
            <a:ext cx="2327833" cy="224028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 y="3520440"/>
            <a:ext cx="2035225" cy="1097280"/>
          </a:xfrm>
          <a:prstGeom prst="rect">
            <a:avLst/>
          </a:prstGeom>
          <a:noFill/>
        </p:spPr>
        <p:txBody>
          <a:bodyPr wrap="square" lIns="0" rIns="0" tIns="27432" bIns="27432" anchor="t">
            <a:spAutoFit/>
          </a:bodyPr>
          <a:lstStyle/>
          <a:p>
            <a:pPr algn="ctr">
              <a:spcAft>
                <a:spcPts val="200"/>
              </a:spcAft>
            </a:pPr>
            <a:r>
              <a:rPr sz="1200" b="1">
                <a:solidFill>
                  <a:srgbClr val="000000"/>
                </a:solidFill>
                <a:latin typeface="BIZ UDPゴシック"/>
                <a:ea typeface="BIZ UDPゴシック"/>
                <a:cs typeface="BIZ UDPゴシック"/>
              </a:rPr>
              <a:t>信号灯を AI カメラで見る</a:t>
            </a:r>
          </a:p>
          <a:p>
            <a:pPr algn="ctr">
              <a:spcAft>
                <a:spcPts val="200"/>
              </a:spcAft>
            </a:pPr>
            <a:r>
              <a:rPr sz="1000" b="0">
                <a:solidFill>
                  <a:srgbClr val="333333"/>
                </a:solidFill>
                <a:latin typeface="BIZ UDPゴシック"/>
                <a:ea typeface="BIZ UDPゴシック"/>
                <a:cs typeface="BIZ UDPゴシック"/>
              </a:rPr>
              <a:t>センサー内蔵の機械学習が、その場で色を判断します</a:t>
            </a:r>
          </a:p>
        </p:txBody>
      </p:sp>
      <p:sp>
        <p:nvSpPr>
          <p:cNvPr id="9" name="Rounded Rectangle 8"/>
          <p:cNvSpPr/>
          <p:nvPr/>
        </p:nvSpPr>
        <p:spPr>
          <a:xfrm>
            <a:off x="3447973" y="1988819"/>
            <a:ext cx="2327833"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見分ける</a:t>
            </a:r>
          </a:p>
        </p:txBody>
      </p:sp>
      <p:sp>
        <p:nvSpPr>
          <p:cNvPr id="10" name="Rounded Rectangle 9"/>
          <p:cNvSpPr/>
          <p:nvPr/>
        </p:nvSpPr>
        <p:spPr>
          <a:xfrm>
            <a:off x="3447973" y="2519172"/>
            <a:ext cx="2327833" cy="224028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4277" y="3520440"/>
            <a:ext cx="2035225" cy="1097280"/>
          </a:xfrm>
          <a:prstGeom prst="rect">
            <a:avLst/>
          </a:prstGeom>
          <a:noFill/>
        </p:spPr>
        <p:txBody>
          <a:bodyPr wrap="square" lIns="0" rIns="0" tIns="27432" bIns="27432" anchor="t">
            <a:spAutoFit/>
          </a:bodyPr>
          <a:lstStyle/>
          <a:p>
            <a:pPr algn="ctr">
              <a:spcAft>
                <a:spcPts val="200"/>
              </a:spcAft>
            </a:pPr>
            <a:r>
              <a:rPr sz="1200" b="1">
                <a:solidFill>
                  <a:srgbClr val="000000"/>
                </a:solidFill>
                <a:latin typeface="BIZ UDPゴシック"/>
                <a:ea typeface="BIZ UDPゴシック"/>
                <a:cs typeface="BIZ UDPゴシック"/>
              </a:rPr>
              <a:t>点灯・点滅・消灯を判別</a:t>
            </a:r>
          </a:p>
          <a:p>
            <a:pPr algn="ctr">
              <a:spcAft>
                <a:spcPts val="200"/>
              </a:spcAft>
            </a:pPr>
            <a:r>
              <a:rPr sz="1000" b="0">
                <a:solidFill>
                  <a:srgbClr val="333333"/>
                </a:solidFill>
                <a:latin typeface="BIZ UDPゴシック"/>
                <a:ea typeface="BIZ UDPゴシック"/>
                <a:cs typeface="BIZ UDPゴシック"/>
              </a:rPr>
              <a:t>明滅していることも、ひとつの状態として扱います</a:t>
            </a:r>
          </a:p>
        </p:txBody>
      </p:sp>
      <p:sp>
        <p:nvSpPr>
          <p:cNvPr id="12" name="Rounded Rectangle 11"/>
          <p:cNvSpPr/>
          <p:nvPr/>
        </p:nvSpPr>
        <p:spPr>
          <a:xfrm>
            <a:off x="6415887" y="1988819"/>
            <a:ext cx="2327833"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確定する</a:t>
            </a:r>
          </a:p>
        </p:txBody>
      </p:sp>
      <p:sp>
        <p:nvSpPr>
          <p:cNvPr id="13" name="Rounded Rectangle 12"/>
          <p:cNvSpPr/>
          <p:nvPr/>
        </p:nvSpPr>
        <p:spPr>
          <a:xfrm>
            <a:off x="6415887" y="2519172"/>
            <a:ext cx="2327833" cy="224028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2191" y="3520440"/>
            <a:ext cx="2035225" cy="1097280"/>
          </a:xfrm>
          <a:prstGeom prst="rect">
            <a:avLst/>
          </a:prstGeom>
          <a:noFill/>
        </p:spPr>
        <p:txBody>
          <a:bodyPr wrap="square" lIns="0" rIns="0" tIns="27432" bIns="27432" anchor="t">
            <a:spAutoFit/>
          </a:bodyPr>
          <a:lstStyle/>
          <a:p>
            <a:pPr algn="ctr">
              <a:spcAft>
                <a:spcPts val="200"/>
              </a:spcAft>
            </a:pPr>
            <a:r>
              <a:rPr sz="1200" b="1">
                <a:solidFill>
                  <a:srgbClr val="000000"/>
                </a:solidFill>
                <a:latin typeface="BIZ UDPゴシック"/>
                <a:ea typeface="BIZ UDPゴシック"/>
                <a:cs typeface="BIZ UDPゴシック"/>
              </a:rPr>
              <a:t>一定時間続いたら確定</a:t>
            </a:r>
          </a:p>
          <a:p>
            <a:pPr algn="ctr">
              <a:spcAft>
                <a:spcPts val="200"/>
              </a:spcAft>
            </a:pPr>
            <a:r>
              <a:rPr sz="1000" b="0">
                <a:solidFill>
                  <a:srgbClr val="333333"/>
                </a:solidFill>
                <a:latin typeface="BIZ UDPゴシック"/>
                <a:ea typeface="BIZ UDPゴシック"/>
                <a:cs typeface="BIZ UDPゴシック"/>
              </a:rPr>
              <a:t>一瞬の光の反射やちらつきには反応しません</a:t>
            </a:r>
          </a:p>
        </p:txBody>
      </p:sp>
      <p:sp>
        <p:nvSpPr>
          <p:cNvPr id="15" name="Rounded Rectangle 14"/>
          <p:cNvSpPr/>
          <p:nvPr/>
        </p:nvSpPr>
        <p:spPr>
          <a:xfrm>
            <a:off x="9383801" y="1988819"/>
            <a:ext cx="2327833"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書き出す</a:t>
            </a:r>
          </a:p>
        </p:txBody>
      </p:sp>
      <p:sp>
        <p:nvSpPr>
          <p:cNvPr id="16" name="Rounded Rectangle 15"/>
          <p:cNvSpPr/>
          <p:nvPr/>
        </p:nvSpPr>
        <p:spPr>
          <a:xfrm>
            <a:off x="9383801" y="2519172"/>
            <a:ext cx="2327833" cy="224028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30105" y="3520440"/>
            <a:ext cx="2035225" cy="1097280"/>
          </a:xfrm>
          <a:prstGeom prst="rect">
            <a:avLst/>
          </a:prstGeom>
          <a:noFill/>
        </p:spPr>
        <p:txBody>
          <a:bodyPr wrap="square" lIns="0" rIns="0" tIns="27432" bIns="27432" anchor="t">
            <a:spAutoFit/>
          </a:bodyPr>
          <a:lstStyle/>
          <a:p>
            <a:pPr algn="ctr">
              <a:spcAft>
                <a:spcPts val="200"/>
              </a:spcAft>
            </a:pPr>
            <a:r>
              <a:rPr sz="1200" b="1">
                <a:solidFill>
                  <a:srgbClr val="000000"/>
                </a:solidFill>
                <a:latin typeface="BIZ UDPゴシック"/>
                <a:ea typeface="BIZ UDPゴシック"/>
                <a:cs typeface="BIZ UDPゴシック"/>
              </a:rPr>
              <a:t>CSV に1行書く</a:t>
            </a:r>
          </a:p>
          <a:p>
            <a:pPr algn="ctr">
              <a:spcAft>
                <a:spcPts val="200"/>
              </a:spcAft>
            </a:pPr>
            <a:r>
              <a:rPr sz="1000" b="0">
                <a:solidFill>
                  <a:srgbClr val="333333"/>
                </a:solidFill>
                <a:latin typeface="BIZ UDPゴシック"/>
                <a:ea typeface="BIZ UDPゴシック"/>
                <a:cs typeface="BIZ UDPゴシック"/>
              </a:rPr>
              <a:t>取得時刻・拠点・ライン・工程・状態コード</a:t>
            </a:r>
          </a:p>
        </p:txBody>
      </p:sp>
      <p:sp>
        <p:nvSpPr>
          <p:cNvPr id="18" name="Rounded Rectangle 17"/>
          <p:cNvSpPr/>
          <p:nvPr/>
        </p:nvSpPr>
        <p:spPr>
          <a:xfrm>
            <a:off x="923429" y="2670048"/>
            <a:ext cx="307238" cy="138988"/>
          </a:xfrm>
          <a:prstGeom prst="roundRect">
            <a:avLst>
              <a:gd name="adj" fmla="val 6000"/>
            </a:avLst>
          </a:prstGeom>
          <a:solidFill>
            <a:srgbClr val="FF0000"/>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3429" y="2834640"/>
            <a:ext cx="307238" cy="138988"/>
          </a:xfrm>
          <a:prstGeom prst="roundRect">
            <a:avLst>
              <a:gd name="adj" fmla="val 6000"/>
            </a:avLst>
          </a:prstGeom>
          <a:solidFill>
            <a:srgbClr val="FFFFFF"/>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3429" y="2999232"/>
            <a:ext cx="307238" cy="138988"/>
          </a:xfrm>
          <a:prstGeom prst="roundRect">
            <a:avLst>
              <a:gd name="adj" fmla="val 6000"/>
            </a:avLst>
          </a:prstGeom>
          <a:solidFill>
            <a:srgbClr val="FFFFFF"/>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445" y="3163824"/>
            <a:ext cx="51206" cy="117043"/>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561" y="3280867"/>
            <a:ext cx="380975" cy="51206"/>
          </a:xfrm>
          <a:prstGeom prst="rect">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80729" y="2761488"/>
            <a:ext cx="206837" cy="9875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03412" y="2849270"/>
            <a:ext cx="795528" cy="460857"/>
          </a:xfrm>
          <a:prstGeom prst="roundRect">
            <a:avLst>
              <a:gd name="adj" fmla="val 6000"/>
            </a:avLst>
          </a:prstGeom>
          <a:solidFill>
            <a:srgbClr val="FFFFFF"/>
          </a:solidFill>
          <a:ln w="1524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nut 24"/>
          <p:cNvSpPr/>
          <p:nvPr/>
        </p:nvSpPr>
        <p:spPr>
          <a:xfrm>
            <a:off x="1958530" y="2937052"/>
            <a:ext cx="285292" cy="285292"/>
          </a:xfrm>
          <a:prstGeom prst="donu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044118" y="3022640"/>
            <a:ext cx="114117" cy="114117"/>
          </a:xfrm>
          <a:prstGeom prst="ellipse">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050083" y="2743200"/>
            <a:ext cx="292608" cy="29260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88635" y="3063239"/>
            <a:ext cx="415503" cy="237744"/>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点灯</a:t>
            </a:r>
          </a:p>
        </p:txBody>
      </p:sp>
      <p:sp>
        <p:nvSpPr>
          <p:cNvPr id="29" name="Oval 28"/>
          <p:cNvSpPr/>
          <p:nvPr/>
        </p:nvSpPr>
        <p:spPr>
          <a:xfrm>
            <a:off x="4465586" y="2743200"/>
            <a:ext cx="292608" cy="292608"/>
          </a:xfrm>
          <a:prstGeom prst="ellipse">
            <a:avLst/>
          </a:prstGeom>
          <a:solidFill>
            <a:srgbClr val="FFCCCC"/>
          </a:solidFill>
          <a:ln w="1524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04139" y="3063239"/>
            <a:ext cx="415503" cy="237744"/>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点滅</a:t>
            </a:r>
          </a:p>
        </p:txBody>
      </p:sp>
      <p:sp>
        <p:nvSpPr>
          <p:cNvPr id="31" name="Oval 30"/>
          <p:cNvSpPr/>
          <p:nvPr/>
        </p:nvSpPr>
        <p:spPr>
          <a:xfrm>
            <a:off x="4881090" y="2743200"/>
            <a:ext cx="292608" cy="292608"/>
          </a:xfrm>
          <a:prstGeom prst="ellipse">
            <a:avLst/>
          </a:prstGeom>
          <a:solidFill>
            <a:srgbClr val="FFFFFF"/>
          </a:solidFill>
          <a:ln w="1524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9642" y="3063239"/>
            <a:ext cx="415503" cy="237744"/>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消灯</a:t>
            </a:r>
          </a:p>
        </p:txBody>
      </p:sp>
      <p:sp>
        <p:nvSpPr>
          <p:cNvPr id="33" name="Oval 32"/>
          <p:cNvSpPr/>
          <p:nvPr/>
        </p:nvSpPr>
        <p:spPr>
          <a:xfrm>
            <a:off x="7241476" y="2679191"/>
            <a:ext cx="676656" cy="676656"/>
          </a:xfrm>
          <a:prstGeom prst="ellipse">
            <a:avLst/>
          </a:prstGeom>
          <a:solidFill>
            <a:srgbClr val="FFFFFF"/>
          </a:solidFill>
          <a:ln w="1778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7579804" y="2814523"/>
            <a:ext cx="0" cy="202997"/>
          </a:xfrm>
          <a:prstGeom prst="line">
            <a:avLst/>
          </a:prstGeom>
          <a:ln w="2286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579804" y="3017520"/>
            <a:ext cx="175931" cy="0"/>
          </a:xfrm>
          <a:prstGeom prst="line">
            <a:avLst/>
          </a:prstGeom>
          <a:ln w="22860">
            <a:solidFill>
              <a:srgbClr val="4D4D4D"/>
            </a:solidFill>
          </a:ln>
        </p:spPr>
        <p:style>
          <a:lnRef idx="2">
            <a:schemeClr val="accent1"/>
          </a:lnRef>
          <a:fillRef idx="0">
            <a:schemeClr val="accent1"/>
          </a:fillRef>
          <a:effectRef idx="1">
            <a:schemeClr val="accent1"/>
          </a:effectRef>
          <a:fontRef idx="minor">
            <a:schemeClr val="tx1"/>
          </a:fontRef>
        </p:style>
      </p:cxnSp>
      <p:sp>
        <p:nvSpPr>
          <p:cNvPr id="36" name="Document 35"/>
          <p:cNvSpPr/>
          <p:nvPr/>
        </p:nvSpPr>
        <p:spPr>
          <a:xfrm>
            <a:off x="10269740" y="2670048"/>
            <a:ext cx="555955" cy="694944"/>
          </a:xfrm>
          <a:prstGeom prst="flowChartDocument">
            <a:avLst/>
          </a:prstGeom>
          <a:solidFill>
            <a:srgbClr val="FFFFFF"/>
          </a:solidFill>
          <a:ln w="1524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0392050" y="2864632"/>
            <a:ext cx="311335" cy="0"/>
          </a:xfrm>
          <a:prstGeom prst="line">
            <a:avLst/>
          </a:prstGeom>
          <a:ln w="1524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392050" y="2975823"/>
            <a:ext cx="311335" cy="0"/>
          </a:xfrm>
          <a:prstGeom prst="line">
            <a:avLst/>
          </a:prstGeom>
          <a:ln w="1524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392050" y="3087014"/>
            <a:ext cx="311335" cy="0"/>
          </a:xfrm>
          <a:prstGeom prst="line">
            <a:avLst/>
          </a:prstGeom>
          <a:ln w="1524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853613" y="3611880"/>
            <a:ext cx="46634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41" name="Isosceles Triangle 40"/>
          <p:cNvSpPr/>
          <p:nvPr/>
        </p:nvSpPr>
        <p:spPr>
          <a:xfrm rot="5400000">
            <a:off x="3301669" y="3538728"/>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5821527" y="3611880"/>
            <a:ext cx="46634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43" name="Isosceles Triangle 42"/>
          <p:cNvSpPr/>
          <p:nvPr/>
        </p:nvSpPr>
        <p:spPr>
          <a:xfrm rot="5400000">
            <a:off x="6269583" y="3538728"/>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8789441" y="3611880"/>
            <a:ext cx="46634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45" name="Isosceles Triangle 44"/>
          <p:cNvSpPr/>
          <p:nvPr/>
        </p:nvSpPr>
        <p:spPr>
          <a:xfrm rot="5400000">
            <a:off x="9237497" y="3538728"/>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80060" y="4937760"/>
            <a:ext cx="11231575"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54380" y="5029200"/>
            <a:ext cx="10682935" cy="685800"/>
          </a:xfrm>
          <a:prstGeom prst="rect">
            <a:avLst/>
          </a:prstGeom>
          <a:noFill/>
        </p:spPr>
        <p:txBody>
          <a:bodyPr wrap="square" lIns="0" rIns="0" tIns="27432" bIns="27432" anchor="ctr">
            <a:spAutoFit/>
          </a:bodyPr>
          <a:lstStyle/>
          <a:p>
            <a:pPr algn="ctr">
              <a:spcAft>
                <a:spcPts val="200"/>
              </a:spcAft>
            </a:pPr>
            <a:r>
              <a:rPr sz="1400" b="1">
                <a:solidFill>
                  <a:srgbClr val="000000"/>
                </a:solidFill>
                <a:latin typeface="BIZ UDPゴシック"/>
                <a:ea typeface="BIZ UDPゴシック"/>
                <a:cs typeface="BIZ UDPゴシック"/>
              </a:rPr>
              <a:t>カメラの画角に入っていれば、1台で何台の設備でも見られます</a:t>
            </a:r>
          </a:p>
          <a:p>
            <a:pPr algn="ctr">
              <a:spcAft>
                <a:spcPts val="200"/>
              </a:spcAft>
            </a:pPr>
            <a:r>
              <a:rPr sz="1200" b="0">
                <a:solidFill>
                  <a:srgbClr val="333333"/>
                </a:solidFill>
                <a:latin typeface="BIZ UDPゴシック"/>
                <a:ea typeface="BIZ UDPゴシック"/>
                <a:cs typeface="BIZ UDPゴシック"/>
              </a:rPr>
              <a:t>設備には一切手を入れません。信号灯を外から見るだけなので、メーカーや年式を問わず後付けできます</a:t>
            </a:r>
          </a:p>
        </p:txBody>
      </p:sp>
      <p:sp>
        <p:nvSpPr>
          <p:cNvPr id="48" name="TextBox 47"/>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状態コードの割り当ては、現場の運用に合わせて定義します。</a:t>
            </a:r>
          </a:p>
        </p:txBody>
      </p:sp>
      <p:sp>
        <p:nvSpPr>
          <p:cNvPr id="49"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人の在・不在を端末の中で判定し、映像は一切保存しない設計です</a:t>
            </a:r>
          </a:p>
        </p:txBody>
      </p:sp>
      <p:sp>
        <p:nvSpPr>
          <p:cNvPr id="3" name="Title 2"/>
          <p:cNvSpPr>
            <a:spLocks noGrp="1"/>
          </p:cNvSpPr>
          <p:nvPr>
            <p:ph type="title"/>
          </p:nvPr>
        </p:nvSpPr>
        <p:spPr/>
        <p:txBody>
          <a:bodyPr/>
          <a:lstStyle/>
          <a:p>
            <a:r>
              <a:rPr>
                <a:latin typeface="BIZ UDPゴシック"/>
                <a:ea typeface="BIZ UDPゴシック"/>
                <a:cs typeface="BIZ UDPゴシック"/>
              </a:rPr>
              <a:t>取り組み内容：アプリ②（設計中） 在場管理（人検知）</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ectangle 5"/>
          <p:cNvSpPr/>
          <p:nvPr/>
        </p:nvSpPr>
        <p:spPr>
          <a:xfrm>
            <a:off x="480060" y="1988819"/>
            <a:ext cx="5400446" cy="3794760"/>
          </a:xfrm>
          <a:prstGeom prst="rect">
            <a:avLst/>
          </a:prstGeom>
          <a:no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12103" y="1988819"/>
            <a:ext cx="5400446" cy="3794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99516" y="2153412"/>
            <a:ext cx="2194560" cy="274320"/>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判定のしかた</a:t>
            </a:r>
          </a:p>
        </p:txBody>
      </p:sp>
      <p:sp>
        <p:nvSpPr>
          <p:cNvPr id="9" name="Rounded Rectangle 8"/>
          <p:cNvSpPr/>
          <p:nvPr/>
        </p:nvSpPr>
        <p:spPr>
          <a:xfrm>
            <a:off x="6531559" y="2153412"/>
            <a:ext cx="2651760" cy="274320"/>
          </a:xfrm>
          <a:prstGeom prst="roundRect">
            <a:avLst>
              <a:gd name="adj" fmla="val 6000"/>
            </a:avLst>
          </a:prstGeom>
          <a:solidFill>
            <a:srgbClr val="FFFFFF"/>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CC0000"/>
                </a:solidFill>
                <a:latin typeface="BIZ UDPゴシック"/>
                <a:ea typeface="BIZ UDPゴシック"/>
                <a:cs typeface="BIZ UDPゴシック"/>
              </a:rPr>
              <a:t>プライバシーへの配慮</a:t>
            </a:r>
          </a:p>
        </p:txBody>
      </p:sp>
      <p:sp>
        <p:nvSpPr>
          <p:cNvPr id="10" name="Rounded Rectangle 9"/>
          <p:cNvSpPr/>
          <p:nvPr/>
        </p:nvSpPr>
        <p:spPr>
          <a:xfrm>
            <a:off x="699516" y="2651760"/>
            <a:ext cx="4961534" cy="8778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31559" y="2651760"/>
            <a:ext cx="4961534" cy="8778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76685" y="2834640"/>
            <a:ext cx="193048" cy="92171"/>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31189" y="2916570"/>
            <a:ext cx="742492" cy="430133"/>
          </a:xfrm>
          <a:prstGeom prst="roundRect">
            <a:avLst>
              <a:gd name="adj" fmla="val 6000"/>
            </a:avLst>
          </a:prstGeom>
          <a:solidFill>
            <a:srgbClr val="FFFFFF"/>
          </a:solidFill>
          <a:ln w="1524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nut 13"/>
          <p:cNvSpPr/>
          <p:nvPr/>
        </p:nvSpPr>
        <p:spPr>
          <a:xfrm>
            <a:off x="1069299" y="2998500"/>
            <a:ext cx="266273" cy="266273"/>
          </a:xfrm>
          <a:prstGeom prst="donu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9181" y="3078382"/>
            <a:ext cx="106509" cy="106509"/>
          </a:xfrm>
          <a:prstGeom prst="ellipse">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32727" y="2861340"/>
            <a:ext cx="603504" cy="458663"/>
          </a:xfrm>
          <a:prstGeom prst="rect">
            <a:avLst/>
          </a:prstGeom>
          <a:solidFill>
            <a:srgbClr val="FFFFFF"/>
          </a:solidFill>
          <a:ln w="1524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6877568" y="3063152"/>
            <a:ext cx="253471" cy="201811"/>
          </a:xfrm>
          <a:prstGeom prst="triangl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17217" y="2953073"/>
            <a:ext cx="96560" cy="91732"/>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quot;No&quot; Symbol 18"/>
          <p:cNvSpPr/>
          <p:nvPr/>
        </p:nvSpPr>
        <p:spPr>
          <a:xfrm>
            <a:off x="6817217" y="2925553"/>
            <a:ext cx="434522" cy="412796"/>
          </a:xfrm>
          <a:prstGeom prst="noSmoking">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14500" y="2724912"/>
            <a:ext cx="3818534" cy="731520"/>
          </a:xfrm>
          <a:prstGeom prst="rect">
            <a:avLst/>
          </a:prstGeom>
          <a:noFill/>
        </p:spPr>
        <p:txBody>
          <a:bodyPr wrap="square" lIns="0" rIns="0" tIns="27432" bIns="27432" anchor="ctr">
            <a:spAutoFit/>
          </a:bodyPr>
          <a:lstStyle/>
          <a:p>
            <a:pPr algn="l">
              <a:spcAft>
                <a:spcPts val="200"/>
              </a:spcAft>
            </a:pPr>
            <a:r>
              <a:rPr sz="1200" b="0">
                <a:solidFill>
                  <a:srgbClr val="333333"/>
                </a:solidFill>
                <a:latin typeface="BIZ UDPゴシック"/>
                <a:ea typeface="BIZ UDPゴシック"/>
                <a:cs typeface="BIZ UDPゴシック"/>
              </a:rPr>
              <a:t>① カメラの映像を端末の中で解析する</a:t>
            </a:r>
          </a:p>
        </p:txBody>
      </p:sp>
      <p:sp>
        <p:nvSpPr>
          <p:cNvPr id="21" name="TextBox 20"/>
          <p:cNvSpPr txBox="1"/>
          <p:nvPr/>
        </p:nvSpPr>
        <p:spPr>
          <a:xfrm>
            <a:off x="7546543" y="2724912"/>
            <a:ext cx="3818534" cy="731520"/>
          </a:xfrm>
          <a:prstGeom prst="rect">
            <a:avLst/>
          </a:prstGeom>
          <a:noFill/>
        </p:spPr>
        <p:txBody>
          <a:bodyPr wrap="square" lIns="0" rIns="0" tIns="27432" bIns="27432" anchor="ctr">
            <a:spAutoFit/>
          </a:bodyPr>
          <a:lstStyle/>
          <a:p>
            <a:pPr algn="l">
              <a:spcAft>
                <a:spcPts val="200"/>
              </a:spcAft>
            </a:pPr>
            <a:r>
              <a:rPr sz="1200" b="0">
                <a:solidFill>
                  <a:srgbClr val="333333"/>
                </a:solidFill>
                <a:latin typeface="BIZ UDPゴシック"/>
                <a:ea typeface="BIZ UDPゴシック"/>
                <a:cs typeface="BIZ UDPゴシック"/>
              </a:rPr>
              <a:t>映像も静止画も保存しません</a:t>
            </a:r>
          </a:p>
        </p:txBody>
      </p:sp>
      <p:sp>
        <p:nvSpPr>
          <p:cNvPr id="22" name="Rounded Rectangle 21"/>
          <p:cNvSpPr/>
          <p:nvPr/>
        </p:nvSpPr>
        <p:spPr>
          <a:xfrm>
            <a:off x="699516" y="3675887"/>
            <a:ext cx="4961534" cy="8778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31559" y="3675887"/>
            <a:ext cx="4961534" cy="8778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87221" y="3803903"/>
            <a:ext cx="230428" cy="230428"/>
          </a:xfrm>
          <a:prstGeom prst="ellipse">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pezoid 24"/>
          <p:cNvSpPr/>
          <p:nvPr/>
        </p:nvSpPr>
        <p:spPr>
          <a:xfrm>
            <a:off x="972007" y="4075809"/>
            <a:ext cx="460857" cy="332841"/>
          </a:xfrm>
          <a:prstGeom prst="trapezoid">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752844" y="3840479"/>
            <a:ext cx="197510" cy="19751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rapezoid 26"/>
          <p:cNvSpPr/>
          <p:nvPr/>
        </p:nvSpPr>
        <p:spPr>
          <a:xfrm>
            <a:off x="6654088" y="4073542"/>
            <a:ext cx="395020" cy="285292"/>
          </a:xfrm>
          <a:prstGeom prst="trapezoid">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18604" y="3840479"/>
            <a:ext cx="197510" cy="19751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rapezoid 28"/>
          <p:cNvSpPr/>
          <p:nvPr/>
        </p:nvSpPr>
        <p:spPr>
          <a:xfrm>
            <a:off x="7019848" y="4073542"/>
            <a:ext cx="395020" cy="285292"/>
          </a:xfrm>
          <a:prstGeom prst="trapezoid">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14500" y="3749039"/>
            <a:ext cx="3818534" cy="731520"/>
          </a:xfrm>
          <a:prstGeom prst="rect">
            <a:avLst/>
          </a:prstGeom>
          <a:noFill/>
        </p:spPr>
        <p:txBody>
          <a:bodyPr wrap="square" lIns="0" rIns="0" tIns="27432" bIns="27432" anchor="ctr">
            <a:spAutoFit/>
          </a:bodyPr>
          <a:lstStyle/>
          <a:p>
            <a:pPr algn="l">
              <a:spcAft>
                <a:spcPts val="200"/>
              </a:spcAft>
            </a:pPr>
            <a:r>
              <a:rPr sz="1200" b="0">
                <a:solidFill>
                  <a:srgbClr val="333333"/>
                </a:solidFill>
                <a:latin typeface="BIZ UDPゴシック"/>
                <a:ea typeface="BIZ UDPゴシック"/>
                <a:cs typeface="BIZ UDPゴシック"/>
              </a:rPr>
              <a:t>② 人がいるかどうかだけを判定する</a:t>
            </a:r>
          </a:p>
        </p:txBody>
      </p:sp>
      <p:sp>
        <p:nvSpPr>
          <p:cNvPr id="31" name="TextBox 30"/>
          <p:cNvSpPr txBox="1"/>
          <p:nvPr/>
        </p:nvSpPr>
        <p:spPr>
          <a:xfrm>
            <a:off x="7546543" y="3749039"/>
            <a:ext cx="3818534" cy="731520"/>
          </a:xfrm>
          <a:prstGeom prst="rect">
            <a:avLst/>
          </a:prstGeom>
          <a:noFill/>
        </p:spPr>
        <p:txBody>
          <a:bodyPr wrap="square" lIns="0" rIns="0" tIns="27432" bIns="27432" anchor="ctr">
            <a:spAutoFit/>
          </a:bodyPr>
          <a:lstStyle/>
          <a:p>
            <a:pPr algn="l">
              <a:spcAft>
                <a:spcPts val="200"/>
              </a:spcAft>
            </a:pPr>
            <a:r>
              <a:rPr sz="1200" b="0">
                <a:solidFill>
                  <a:srgbClr val="333333"/>
                </a:solidFill>
                <a:latin typeface="BIZ UDPゴシック"/>
                <a:ea typeface="BIZ UDPゴシック"/>
                <a:cs typeface="BIZ UDPゴシック"/>
              </a:rPr>
              <a:t>誰であるかは識別・追跡しません</a:t>
            </a:r>
          </a:p>
        </p:txBody>
      </p:sp>
      <p:sp>
        <p:nvSpPr>
          <p:cNvPr id="32" name="Rounded Rectangle 31"/>
          <p:cNvSpPr/>
          <p:nvPr/>
        </p:nvSpPr>
        <p:spPr>
          <a:xfrm>
            <a:off x="699516" y="4700016"/>
            <a:ext cx="4961534" cy="8778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31559" y="4700016"/>
            <a:ext cx="4961534" cy="877824"/>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37259" y="4873751"/>
            <a:ext cx="530352" cy="530352"/>
          </a:xfrm>
          <a:prstGeom prst="ellipse">
            <a:avLst/>
          </a:prstGeom>
          <a:solidFill>
            <a:srgbClr val="FFFFFF"/>
          </a:solidFill>
          <a:ln w="1778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flipV="1">
            <a:off x="1202436" y="4979822"/>
            <a:ext cx="0" cy="159105"/>
          </a:xfrm>
          <a:prstGeom prst="line">
            <a:avLst/>
          </a:prstGeom>
          <a:ln w="2286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02436" y="5138927"/>
            <a:ext cx="137891" cy="0"/>
          </a:xfrm>
          <a:prstGeom prst="line">
            <a:avLst/>
          </a:prstGeom>
          <a:ln w="22860">
            <a:solidFill>
              <a:srgbClr val="4D4D4D"/>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805879" y="4910327"/>
            <a:ext cx="457200" cy="457200"/>
          </a:xfrm>
          <a:prstGeom prst="roundRect">
            <a:avLst>
              <a:gd name="adj" fmla="val 6000"/>
            </a:avLst>
          </a:prstGeom>
          <a:solidFill>
            <a:srgbClr val="FFFFFF"/>
          </a:solidFill>
          <a:ln w="1524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33895" y="5038343"/>
            <a:ext cx="201168" cy="201168"/>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915607" y="4855464"/>
            <a:ext cx="0" cy="54863"/>
          </a:xfrm>
          <a:prstGeom prst="line">
            <a:avLst/>
          </a:prstGeom>
          <a:ln w="2032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915607" y="5367527"/>
            <a:ext cx="0" cy="54864"/>
          </a:xfrm>
          <a:prstGeom prst="line">
            <a:avLst/>
          </a:prstGeom>
          <a:ln w="2032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034479" y="4855464"/>
            <a:ext cx="0" cy="54863"/>
          </a:xfrm>
          <a:prstGeom prst="line">
            <a:avLst/>
          </a:prstGeom>
          <a:ln w="2032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034479" y="5367527"/>
            <a:ext cx="0" cy="54864"/>
          </a:xfrm>
          <a:prstGeom prst="line">
            <a:avLst/>
          </a:prstGeom>
          <a:ln w="2032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153351" y="4855464"/>
            <a:ext cx="0" cy="54863"/>
          </a:xfrm>
          <a:prstGeom prst="line">
            <a:avLst/>
          </a:prstGeom>
          <a:ln w="2032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53351" y="5367527"/>
            <a:ext cx="0" cy="54864"/>
          </a:xfrm>
          <a:prstGeom prst="line">
            <a:avLst/>
          </a:prstGeom>
          <a:ln w="20320">
            <a:solidFill>
              <a:srgbClr val="4D4D4D"/>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714500" y="4773168"/>
            <a:ext cx="3818534" cy="731520"/>
          </a:xfrm>
          <a:prstGeom prst="rect">
            <a:avLst/>
          </a:prstGeom>
          <a:noFill/>
        </p:spPr>
        <p:txBody>
          <a:bodyPr wrap="square" lIns="0" rIns="0" tIns="27432" bIns="27432" anchor="ctr">
            <a:spAutoFit/>
          </a:bodyPr>
          <a:lstStyle/>
          <a:p>
            <a:pPr algn="l">
              <a:spcAft>
                <a:spcPts val="200"/>
              </a:spcAft>
            </a:pPr>
            <a:r>
              <a:rPr sz="1200" b="0">
                <a:solidFill>
                  <a:srgbClr val="333333"/>
                </a:solidFill>
                <a:latin typeface="BIZ UDPゴシック"/>
                <a:ea typeface="BIZ UDPゴシック"/>
                <a:cs typeface="BIZ UDPゴシック"/>
              </a:rPr>
              <a:t>③ 3秒続いたら 入・退 を確定する</a:t>
            </a:r>
          </a:p>
        </p:txBody>
      </p:sp>
      <p:sp>
        <p:nvSpPr>
          <p:cNvPr id="46" name="TextBox 45"/>
          <p:cNvSpPr txBox="1"/>
          <p:nvPr/>
        </p:nvSpPr>
        <p:spPr>
          <a:xfrm>
            <a:off x="7546543" y="4773168"/>
            <a:ext cx="3818534" cy="731520"/>
          </a:xfrm>
          <a:prstGeom prst="rect">
            <a:avLst/>
          </a:prstGeom>
          <a:noFill/>
        </p:spPr>
        <p:txBody>
          <a:bodyPr wrap="square" lIns="0" rIns="0" tIns="27432" bIns="27432" anchor="ctr">
            <a:spAutoFit/>
          </a:bodyPr>
          <a:lstStyle/>
          <a:p>
            <a:pPr algn="l">
              <a:spcAft>
                <a:spcPts val="200"/>
              </a:spcAft>
            </a:pPr>
            <a:r>
              <a:rPr sz="1200" b="0">
                <a:solidFill>
                  <a:srgbClr val="333333"/>
                </a:solidFill>
                <a:latin typeface="BIZ UDPゴシック"/>
                <a:ea typeface="BIZ UDPゴシック"/>
                <a:cs typeface="BIZ UDPゴシック"/>
              </a:rPr>
              <a:t>判定は端末の中で完結します</a:t>
            </a:r>
          </a:p>
        </p:txBody>
      </p:sp>
      <p:sp>
        <p:nvSpPr>
          <p:cNvPr id="47" name="TextBox 46"/>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本アプリは設計中です。稼働監視（アプリ①）と同じ経路・同じ表に書き込む設計にしています。</a:t>
            </a:r>
          </a:p>
        </p:txBody>
      </p:sp>
      <p:sp>
        <p:nvSpPr>
          <p:cNvPr id="48"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欠落も重複もなく、時刻がずれた記録も入らないようにしています</a:t>
            </a:r>
          </a:p>
        </p:txBody>
      </p:sp>
      <p:sp>
        <p:nvSpPr>
          <p:cNvPr id="3" name="Title 2"/>
          <p:cNvSpPr>
            <a:spLocks noGrp="1"/>
          </p:cNvSpPr>
          <p:nvPr>
            <p:ph type="title"/>
          </p:nvPr>
        </p:nvSpPr>
        <p:spPr/>
        <p:txBody>
          <a:bodyPr/>
          <a:lstStyle/>
          <a:p>
            <a:r>
              <a:rPr>
                <a:latin typeface="BIZ UDPゴシック"/>
                <a:ea typeface="BIZ UDPゴシック"/>
                <a:cs typeface="BIZ UDPゴシック"/>
              </a:rPr>
              <a:t>正しい時刻で、正確に記録するための工夫</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ectangle 5"/>
          <p:cNvSpPr/>
          <p:nvPr/>
        </p:nvSpPr>
        <p:spPr>
          <a:xfrm>
            <a:off x="480060" y="1988819"/>
            <a:ext cx="5400446" cy="3794760"/>
          </a:xfrm>
          <a:prstGeom prst="rect">
            <a:avLst/>
          </a:prstGeom>
          <a:no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12103" y="1988819"/>
            <a:ext cx="5400446" cy="3794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99516" y="2153412"/>
            <a:ext cx="3017520" cy="274320"/>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① 欠落も重複もなく記録する</a:t>
            </a:r>
          </a:p>
        </p:txBody>
      </p:sp>
      <p:sp>
        <p:nvSpPr>
          <p:cNvPr id="9" name="Rounded Rectangle 8"/>
          <p:cNvSpPr/>
          <p:nvPr/>
        </p:nvSpPr>
        <p:spPr>
          <a:xfrm>
            <a:off x="6531559" y="2153412"/>
            <a:ext cx="3291840" cy="274320"/>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② 時刻を合わせてから記録を始める</a:t>
            </a:r>
          </a:p>
        </p:txBody>
      </p:sp>
      <p:sp>
        <p:nvSpPr>
          <p:cNvPr id="10" name="Rounded Rectangle 9"/>
          <p:cNvSpPr/>
          <p:nvPr/>
        </p:nvSpPr>
        <p:spPr>
          <a:xfrm>
            <a:off x="699516" y="3063240"/>
            <a:ext cx="960120" cy="50292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子Pi</a:t>
            </a:r>
          </a:p>
        </p:txBody>
      </p:sp>
      <p:sp>
        <p:nvSpPr>
          <p:cNvPr id="11" name="Rounded Rectangle 10"/>
          <p:cNvSpPr/>
          <p:nvPr/>
        </p:nvSpPr>
        <p:spPr>
          <a:xfrm>
            <a:off x="1965960" y="2788920"/>
            <a:ext cx="1691640" cy="105156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2834640"/>
            <a:ext cx="1600200" cy="256032"/>
          </a:xfrm>
          <a:prstGeom prst="rect">
            <a:avLst/>
          </a:prstGeom>
          <a:noFill/>
        </p:spPr>
        <p:txBody>
          <a:bodyPr wrap="square" lIns="0" rIns="0" tIns="27432" bIns="27432" anchor="t">
            <a:spAutoFit/>
          </a:bodyPr>
          <a:lstStyle/>
          <a:p>
            <a:pPr algn="ctr">
              <a:spcAft>
                <a:spcPts val="200"/>
              </a:spcAft>
            </a:pPr>
            <a:r>
              <a:rPr sz="1000" b="1">
                <a:solidFill>
                  <a:srgbClr val="000000"/>
                </a:solidFill>
                <a:latin typeface="BIZ UDPゴシック"/>
                <a:ea typeface="BIZ UDPゴシック"/>
                <a:cs typeface="BIZ UDPゴシック"/>
              </a:rPr>
              <a:t>親Piの控え</a:t>
            </a:r>
          </a:p>
        </p:txBody>
      </p:sp>
      <p:sp>
        <p:nvSpPr>
          <p:cNvPr id="13" name="Rectangle 12"/>
          <p:cNvSpPr/>
          <p:nvPr/>
        </p:nvSpPr>
        <p:spPr>
          <a:xfrm>
            <a:off x="2121408" y="3145536"/>
            <a:ext cx="1380744" cy="1188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21408" y="3300984"/>
            <a:ext cx="1380744" cy="1188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21408" y="3456432"/>
            <a:ext cx="1380744" cy="1188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11680" y="3584448"/>
            <a:ext cx="1600200" cy="246888"/>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未送信が貯まる</a:t>
            </a:r>
          </a:p>
        </p:txBody>
      </p:sp>
      <p:sp>
        <p:nvSpPr>
          <p:cNvPr id="17" name="Rounded Rectangle 16"/>
          <p:cNvSpPr/>
          <p:nvPr/>
        </p:nvSpPr>
        <p:spPr>
          <a:xfrm>
            <a:off x="4261104" y="3063240"/>
            <a:ext cx="1399032" cy="50292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hint DB</a:t>
            </a:r>
          </a:p>
        </p:txBody>
      </p:sp>
      <p:cxnSp>
        <p:nvCxnSpPr>
          <p:cNvPr id="18" name="Connector 17"/>
          <p:cNvCxnSpPr/>
          <p:nvPr/>
        </p:nvCxnSpPr>
        <p:spPr>
          <a:xfrm>
            <a:off x="1709928" y="3314700"/>
            <a:ext cx="146303"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1819656" y="3241548"/>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3703320" y="3314700"/>
            <a:ext cx="100584"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21" name="&quot;No&quot; Symbol 20"/>
          <p:cNvSpPr/>
          <p:nvPr/>
        </p:nvSpPr>
        <p:spPr>
          <a:xfrm>
            <a:off x="3803904" y="3177540"/>
            <a:ext cx="274320" cy="274320"/>
          </a:xfrm>
          <a:prstGeom prst="noSmoking">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4078224" y="3314700"/>
            <a:ext cx="54863"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4096512" y="3241548"/>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5887" y="2798064"/>
            <a:ext cx="987552" cy="237744"/>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切れている間</a:t>
            </a:r>
          </a:p>
        </p:txBody>
      </p:sp>
      <p:cxnSp>
        <p:nvCxnSpPr>
          <p:cNvPr id="25" name="Connector 24"/>
          <p:cNvCxnSpPr/>
          <p:nvPr/>
        </p:nvCxnSpPr>
        <p:spPr>
          <a:xfrm>
            <a:off x="4960620" y="3584448"/>
            <a:ext cx="0" cy="484632"/>
          </a:xfrm>
          <a:prstGeom prst="line">
            <a:avLst/>
          </a:prstGeom>
          <a:ln w="15875">
            <a:solidFill>
              <a:srgbClr val="808080"/>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834640" y="4069080"/>
            <a:ext cx="2125980" cy="0"/>
          </a:xfrm>
          <a:prstGeom prst="line">
            <a:avLst/>
          </a:prstGeom>
          <a:ln w="15875">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16200000">
            <a:off x="2679192" y="3995928"/>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4105656"/>
            <a:ext cx="2103120" cy="256032"/>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ACK（書けたら返す）</a:t>
            </a:r>
          </a:p>
        </p:txBody>
      </p:sp>
      <p:sp>
        <p:nvSpPr>
          <p:cNvPr id="29" name="Rounded Rectangle 28"/>
          <p:cNvSpPr/>
          <p:nvPr/>
        </p:nvSpPr>
        <p:spPr>
          <a:xfrm>
            <a:off x="699516" y="4480560"/>
            <a:ext cx="1158087" cy="310896"/>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送る前に控える</a:t>
            </a:r>
          </a:p>
        </p:txBody>
      </p:sp>
      <p:sp>
        <p:nvSpPr>
          <p:cNvPr id="30" name="Rounded Rectangle 29"/>
          <p:cNvSpPr/>
          <p:nvPr/>
        </p:nvSpPr>
        <p:spPr>
          <a:xfrm>
            <a:off x="1967331" y="4480560"/>
            <a:ext cx="1158087" cy="310896"/>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同じ行には同じ鍵</a:t>
            </a:r>
          </a:p>
        </p:txBody>
      </p:sp>
      <p:sp>
        <p:nvSpPr>
          <p:cNvPr id="31" name="Rounded Rectangle 30"/>
          <p:cNvSpPr/>
          <p:nvPr/>
        </p:nvSpPr>
        <p:spPr>
          <a:xfrm>
            <a:off x="3235147" y="4480560"/>
            <a:ext cx="1158087" cy="310896"/>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MERGE で1行へ</a:t>
            </a:r>
          </a:p>
        </p:txBody>
      </p:sp>
      <p:sp>
        <p:nvSpPr>
          <p:cNvPr id="32" name="Rounded Rectangle 31"/>
          <p:cNvSpPr/>
          <p:nvPr/>
        </p:nvSpPr>
        <p:spPr>
          <a:xfrm>
            <a:off x="4502962" y="4480560"/>
            <a:ext cx="1158087" cy="310896"/>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書けたら ACK</a:t>
            </a:r>
          </a:p>
        </p:txBody>
      </p:sp>
      <p:sp>
        <p:nvSpPr>
          <p:cNvPr id="33" name="Rectangle 32"/>
          <p:cNvSpPr/>
          <p:nvPr/>
        </p:nvSpPr>
        <p:spPr>
          <a:xfrm>
            <a:off x="699516" y="5074920"/>
            <a:ext cx="4961534" cy="6858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9244" y="5138928"/>
            <a:ext cx="4742078" cy="557784"/>
          </a:xfrm>
          <a:prstGeom prst="rect">
            <a:avLst/>
          </a:prstGeom>
          <a:noFill/>
        </p:spPr>
        <p:txBody>
          <a:bodyPr wrap="square" lIns="0" rIns="0" tIns="27432" bIns="27432" anchor="ctr">
            <a:spAutoFit/>
          </a:bodyPr>
          <a:lstStyle/>
          <a:p>
            <a:pPr algn="ctr">
              <a:spcAft>
                <a:spcPts val="200"/>
              </a:spcAft>
            </a:pPr>
            <a:r>
              <a:rPr sz="1400" b="1">
                <a:solidFill>
                  <a:srgbClr val="CC0000"/>
                </a:solidFill>
                <a:latin typeface="BIZ UDPゴシック"/>
                <a:ea typeface="BIZ UDPゴシック"/>
                <a:cs typeface="BIZ UDPゴシック"/>
              </a:rPr>
              <a:t>電源断・通信断・DB停止があっても、記録は1件だけ</a:t>
            </a:r>
          </a:p>
        </p:txBody>
      </p:sp>
      <p:sp>
        <p:nvSpPr>
          <p:cNvPr id="35" name="TextBox 34"/>
          <p:cNvSpPr txBox="1"/>
          <p:nvPr/>
        </p:nvSpPr>
        <p:spPr>
          <a:xfrm>
            <a:off x="6531559" y="2468880"/>
            <a:ext cx="4961534" cy="310896"/>
          </a:xfrm>
          <a:prstGeom prst="rect">
            <a:avLst/>
          </a:prstGeom>
          <a:noFill/>
        </p:spPr>
        <p:txBody>
          <a:bodyPr wrap="square" lIns="0" rIns="0" tIns="27432" bIns="27432" anchor="t">
            <a:spAutoFit/>
          </a:bodyPr>
          <a:lstStyle/>
          <a:p>
            <a:pPr algn="ctr">
              <a:spcAft>
                <a:spcPts val="200"/>
              </a:spcAft>
            </a:pPr>
            <a:r>
              <a:rPr sz="1000" b="0">
                <a:solidFill>
                  <a:srgbClr val="333333"/>
                </a:solidFill>
                <a:latin typeface="BIZ UDPゴシック"/>
                <a:ea typeface="BIZ UDPゴシック"/>
                <a:cs typeface="BIZ UDPゴシック"/>
              </a:rPr>
              <a:t>時刻は工場網の時刻サーバから、親ラズパイ経由で子ラズパイまで配ります</a:t>
            </a:r>
          </a:p>
        </p:txBody>
      </p:sp>
      <p:sp>
        <p:nvSpPr>
          <p:cNvPr id="36" name="Rounded Rectangle 35"/>
          <p:cNvSpPr/>
          <p:nvPr/>
        </p:nvSpPr>
        <p:spPr>
          <a:xfrm>
            <a:off x="6531559" y="2834640"/>
            <a:ext cx="1298448"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63102" y="2834640"/>
            <a:ext cx="1298448"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194645" y="2834640"/>
            <a:ext cx="1298448"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979615" y="2926079"/>
            <a:ext cx="402336" cy="402336"/>
          </a:xfrm>
          <a:prstGeom prst="ellipse">
            <a:avLst/>
          </a:prstGeom>
          <a:solidFill>
            <a:srgbClr val="FFFFFF"/>
          </a:solidFill>
          <a:ln w="1778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flipV="1">
            <a:off x="7180783" y="3006547"/>
            <a:ext cx="0" cy="120701"/>
          </a:xfrm>
          <a:prstGeom prst="line">
            <a:avLst/>
          </a:prstGeom>
          <a:ln w="2286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180783" y="3127248"/>
            <a:ext cx="104607" cy="0"/>
          </a:xfrm>
          <a:prstGeom prst="line">
            <a:avLst/>
          </a:prstGeom>
          <a:ln w="22860">
            <a:solidFill>
              <a:srgbClr val="4D4D4D"/>
            </a:solidFill>
          </a:ln>
        </p:spPr>
        <p:style>
          <a:lnRef idx="2">
            <a:schemeClr val="accent1"/>
          </a:lnRef>
          <a:fillRef idx="0">
            <a:schemeClr val="accent1"/>
          </a:fillRef>
          <a:effectRef idx="1">
            <a:schemeClr val="accent1"/>
          </a:effectRef>
          <a:fontRef idx="minor">
            <a:schemeClr val="tx1"/>
          </a:fontRef>
        </p:style>
      </p:cxnSp>
      <p:pic>
        <p:nvPicPr>
          <p:cNvPr id="42" name="Picture 41" descr="pi5.png"/>
          <p:cNvPicPr>
            <a:picLocks noChangeAspect="1"/>
          </p:cNvPicPr>
          <p:nvPr/>
        </p:nvPicPr>
        <p:blipFill>
          <a:blip r:embed="rId2"/>
          <a:stretch>
            <a:fillRect/>
          </a:stretch>
        </p:blipFill>
        <p:spPr>
          <a:xfrm>
            <a:off x="8774033" y="2944368"/>
            <a:ext cx="475768" cy="365760"/>
          </a:xfrm>
          <a:prstGeom prst="rect">
            <a:avLst/>
          </a:prstGeom>
        </p:spPr>
      </p:pic>
      <p:pic>
        <p:nvPicPr>
          <p:cNvPr id="43" name="Picture 42" descr="pi_zero2w.png"/>
          <p:cNvPicPr>
            <a:picLocks noChangeAspect="1"/>
          </p:cNvPicPr>
          <p:nvPr/>
        </p:nvPicPr>
        <p:blipFill>
          <a:blip r:embed="rId3"/>
          <a:stretch>
            <a:fillRect/>
          </a:stretch>
        </p:blipFill>
        <p:spPr>
          <a:xfrm>
            <a:off x="10592592" y="2944368"/>
            <a:ext cx="501719" cy="365760"/>
          </a:xfrm>
          <a:prstGeom prst="rect">
            <a:avLst/>
          </a:prstGeom>
        </p:spPr>
      </p:pic>
      <p:sp>
        <p:nvSpPr>
          <p:cNvPr id="44" name="TextBox 43"/>
          <p:cNvSpPr txBox="1"/>
          <p:nvPr/>
        </p:nvSpPr>
        <p:spPr>
          <a:xfrm>
            <a:off x="6586423" y="3346704"/>
            <a:ext cx="1188719" cy="475488"/>
          </a:xfrm>
          <a:prstGeom prst="rect">
            <a:avLst/>
          </a:prstGeom>
          <a:noFill/>
        </p:spPr>
        <p:txBody>
          <a:bodyPr wrap="square" lIns="0" rIns="0" tIns="27432" bIns="27432" anchor="t">
            <a:spAutoFit/>
          </a:bodyPr>
          <a:lstStyle/>
          <a:p>
            <a:pPr algn="ctr">
              <a:spcAft>
                <a:spcPts val="200"/>
              </a:spcAft>
            </a:pPr>
            <a:r>
              <a:rPr sz="1200" b="1">
                <a:solidFill>
                  <a:srgbClr val="000000"/>
                </a:solidFill>
                <a:latin typeface="BIZ UDPゴシック"/>
                <a:ea typeface="BIZ UDPゴシック"/>
                <a:cs typeface="BIZ UDPゴシック"/>
              </a:rPr>
              <a:t>時刻サーバ</a:t>
            </a:r>
          </a:p>
          <a:p>
            <a:pPr algn="ctr">
              <a:spcAft>
                <a:spcPts val="200"/>
              </a:spcAft>
            </a:pPr>
            <a:r>
              <a:rPr sz="900" b="0">
                <a:solidFill>
                  <a:srgbClr val="666666"/>
                </a:solidFill>
                <a:latin typeface="BIZ UDPゴシック"/>
                <a:ea typeface="BIZ UDPゴシック"/>
                <a:cs typeface="BIZ UDPゴシック"/>
              </a:rPr>
              <a:t>工場網の NTP</a:t>
            </a:r>
          </a:p>
        </p:txBody>
      </p:sp>
      <p:sp>
        <p:nvSpPr>
          <p:cNvPr id="45" name="TextBox 44"/>
          <p:cNvSpPr txBox="1"/>
          <p:nvPr/>
        </p:nvSpPr>
        <p:spPr>
          <a:xfrm>
            <a:off x="8417966" y="3346704"/>
            <a:ext cx="1188719" cy="475488"/>
          </a:xfrm>
          <a:prstGeom prst="rect">
            <a:avLst/>
          </a:prstGeom>
          <a:noFill/>
        </p:spPr>
        <p:txBody>
          <a:bodyPr wrap="square" lIns="0" rIns="0" tIns="27432" bIns="27432" anchor="t">
            <a:spAutoFit/>
          </a:bodyPr>
          <a:lstStyle/>
          <a:p>
            <a:pPr algn="ctr">
              <a:spcAft>
                <a:spcPts val="200"/>
              </a:spcAft>
            </a:pPr>
            <a:r>
              <a:rPr sz="1200" b="1">
                <a:solidFill>
                  <a:srgbClr val="000000"/>
                </a:solidFill>
                <a:latin typeface="BIZ UDPゴシック"/>
                <a:ea typeface="BIZ UDPゴシック"/>
                <a:cs typeface="BIZ UDPゴシック"/>
              </a:rPr>
              <a:t>親ラズパイ</a:t>
            </a:r>
          </a:p>
          <a:p>
            <a:pPr algn="ctr">
              <a:spcAft>
                <a:spcPts val="200"/>
              </a:spcAft>
            </a:pPr>
            <a:r>
              <a:rPr sz="900" b="0">
                <a:solidFill>
                  <a:srgbClr val="666666"/>
                </a:solidFill>
                <a:latin typeface="BIZ UDPゴシック"/>
                <a:ea typeface="BIZ UDPゴシック"/>
                <a:cs typeface="BIZ UDPゴシック"/>
              </a:rPr>
              <a:t>Pi 5 ／ 無線2枚</a:t>
            </a:r>
          </a:p>
        </p:txBody>
      </p:sp>
      <p:sp>
        <p:nvSpPr>
          <p:cNvPr id="46" name="TextBox 45"/>
          <p:cNvSpPr txBox="1"/>
          <p:nvPr/>
        </p:nvSpPr>
        <p:spPr>
          <a:xfrm>
            <a:off x="10249509" y="3346704"/>
            <a:ext cx="1188719" cy="475488"/>
          </a:xfrm>
          <a:prstGeom prst="rect">
            <a:avLst/>
          </a:prstGeom>
          <a:noFill/>
        </p:spPr>
        <p:txBody>
          <a:bodyPr wrap="square" lIns="0" rIns="0" tIns="27432" bIns="27432" anchor="t">
            <a:spAutoFit/>
          </a:bodyPr>
          <a:lstStyle/>
          <a:p>
            <a:pPr algn="ctr">
              <a:spcAft>
                <a:spcPts val="200"/>
              </a:spcAft>
            </a:pPr>
            <a:r>
              <a:rPr sz="1200" b="1">
                <a:solidFill>
                  <a:srgbClr val="000000"/>
                </a:solidFill>
                <a:latin typeface="BIZ UDPゴシック"/>
                <a:ea typeface="BIZ UDPゴシック"/>
                <a:cs typeface="BIZ UDPゴシック"/>
              </a:rPr>
              <a:t>子ラズパイ</a:t>
            </a:r>
          </a:p>
          <a:p>
            <a:pPr algn="ctr">
              <a:spcAft>
                <a:spcPts val="200"/>
              </a:spcAft>
            </a:pPr>
            <a:r>
              <a:rPr sz="900" b="0">
                <a:solidFill>
                  <a:srgbClr val="666666"/>
                </a:solidFill>
                <a:latin typeface="BIZ UDPゴシック"/>
                <a:ea typeface="BIZ UDPゴシック"/>
                <a:cs typeface="BIZ UDPゴシック"/>
              </a:rPr>
              <a:t>Pi Zero 2 W</a:t>
            </a:r>
          </a:p>
        </p:txBody>
      </p:sp>
      <p:sp>
        <p:nvSpPr>
          <p:cNvPr id="47" name="TextBox 46"/>
          <p:cNvSpPr txBox="1"/>
          <p:nvPr/>
        </p:nvSpPr>
        <p:spPr>
          <a:xfrm>
            <a:off x="7830007" y="2852928"/>
            <a:ext cx="533095" cy="621792"/>
          </a:xfrm>
          <a:prstGeom prst="rect">
            <a:avLst/>
          </a:prstGeom>
          <a:noFill/>
        </p:spPr>
        <p:txBody>
          <a:bodyPr wrap="square" lIns="0" rIns="0" tIns="27432" bIns="27432" anchor="t">
            <a:spAutoFit/>
          </a:bodyPr>
          <a:lstStyle/>
          <a:p>
            <a:pPr algn="ctr">
              <a:spcAft>
                <a:spcPts val="200"/>
              </a:spcAft>
            </a:pPr>
            <a:r>
              <a:rPr sz="900" b="1">
                <a:solidFill>
                  <a:srgbClr val="CC0000"/>
                </a:solidFill>
                <a:latin typeface="BIZ UDPゴシック"/>
                <a:ea typeface="BIZ UDPゴシック"/>
                <a:cs typeface="BIZ UDPゴシック"/>
              </a:rPr>
              <a:t>内蔵WiFi</a:t>
            </a:r>
          </a:p>
          <a:p>
            <a:pPr algn="ctr">
              <a:spcAft>
                <a:spcPts val="200"/>
              </a:spcAft>
            </a:pPr>
            <a:r>
              <a:rPr sz="900" b="0">
                <a:solidFill>
                  <a:srgbClr val="666666"/>
                </a:solidFill>
                <a:latin typeface="BIZ UDPゴシック"/>
                <a:ea typeface="BIZ UDPゴシック"/>
                <a:cs typeface="BIZ UDPゴシック"/>
              </a:rPr>
              <a:t>wlan0</a:t>
            </a:r>
          </a:p>
          <a:p>
            <a:pPr algn="ctr">
              <a:spcAft>
                <a:spcPts val="200"/>
              </a:spcAft>
            </a:pPr>
            <a:r>
              <a:rPr sz="900" b="0">
                <a:solidFill>
                  <a:srgbClr val="666666"/>
                </a:solidFill>
                <a:latin typeface="BIZ UDPゴシック"/>
                <a:ea typeface="BIZ UDPゴシック"/>
                <a:cs typeface="BIZ UDPゴシック"/>
              </a:rPr>
              <a:t>工場網</a:t>
            </a:r>
          </a:p>
        </p:txBody>
      </p:sp>
      <p:cxnSp>
        <p:nvCxnSpPr>
          <p:cNvPr id="48" name="Connector 47"/>
          <p:cNvCxnSpPr/>
          <p:nvPr/>
        </p:nvCxnSpPr>
        <p:spPr>
          <a:xfrm>
            <a:off x="7866583" y="3520440"/>
            <a:ext cx="386791"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49" name="Isosceles Triangle 48"/>
          <p:cNvSpPr/>
          <p:nvPr/>
        </p:nvSpPr>
        <p:spPr>
          <a:xfrm rot="5400000">
            <a:off x="8235086" y="3447288"/>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61550" y="2852928"/>
            <a:ext cx="533095" cy="621792"/>
          </a:xfrm>
          <a:prstGeom prst="rect">
            <a:avLst/>
          </a:prstGeom>
          <a:noFill/>
        </p:spPr>
        <p:txBody>
          <a:bodyPr wrap="square" lIns="0" rIns="0" tIns="27432" bIns="27432" anchor="t">
            <a:spAutoFit/>
          </a:bodyPr>
          <a:lstStyle/>
          <a:p>
            <a:pPr algn="ctr">
              <a:spcAft>
                <a:spcPts val="200"/>
              </a:spcAft>
            </a:pPr>
            <a:r>
              <a:rPr sz="900" b="1">
                <a:solidFill>
                  <a:srgbClr val="CC0000"/>
                </a:solidFill>
                <a:latin typeface="BIZ UDPゴシック"/>
                <a:ea typeface="BIZ UDPゴシック"/>
                <a:cs typeface="BIZ UDPゴシック"/>
              </a:rPr>
              <a:t>ドングル</a:t>
            </a:r>
          </a:p>
          <a:p>
            <a:pPr algn="ctr">
              <a:spcAft>
                <a:spcPts val="200"/>
              </a:spcAft>
            </a:pPr>
            <a:r>
              <a:rPr sz="900" b="0">
                <a:solidFill>
                  <a:srgbClr val="666666"/>
                </a:solidFill>
                <a:latin typeface="BIZ UDPゴシック"/>
                <a:ea typeface="BIZ UDPゴシック"/>
                <a:cs typeface="BIZ UDPゴシック"/>
              </a:rPr>
              <a:t>wlan1</a:t>
            </a:r>
          </a:p>
          <a:p>
            <a:pPr algn="ctr">
              <a:spcAft>
                <a:spcPts val="200"/>
              </a:spcAft>
            </a:pPr>
            <a:r>
              <a:rPr sz="900" b="0">
                <a:solidFill>
                  <a:srgbClr val="666666"/>
                </a:solidFill>
                <a:latin typeface="BIZ UDPゴシック"/>
                <a:ea typeface="BIZ UDPゴシック"/>
                <a:cs typeface="BIZ UDPゴシック"/>
              </a:rPr>
              <a:t>子Pi用AP</a:t>
            </a:r>
          </a:p>
        </p:txBody>
      </p:sp>
      <p:cxnSp>
        <p:nvCxnSpPr>
          <p:cNvPr id="51" name="Connector 50"/>
          <p:cNvCxnSpPr/>
          <p:nvPr/>
        </p:nvCxnSpPr>
        <p:spPr>
          <a:xfrm>
            <a:off x="9698126" y="3520440"/>
            <a:ext cx="386791"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52" name="Isosceles Triangle 51"/>
          <p:cNvSpPr/>
          <p:nvPr/>
        </p:nvSpPr>
        <p:spPr>
          <a:xfrm rot="5400000">
            <a:off x="10066629" y="3447288"/>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hevron 52"/>
          <p:cNvSpPr/>
          <p:nvPr/>
        </p:nvSpPr>
        <p:spPr>
          <a:xfrm>
            <a:off x="6531559" y="4206240"/>
            <a:ext cx="1739188" cy="384048"/>
          </a:xfrm>
          <a:prstGeom prst="chevron">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FFFFFF"/>
                </a:solidFill>
                <a:latin typeface="BIZ UDPゴシック"/>
                <a:ea typeface="BIZ UDPゴシック"/>
                <a:cs typeface="BIZ UDPゴシック"/>
              </a:rPr>
              <a:t>工場網に接続</a:t>
            </a:r>
          </a:p>
        </p:txBody>
      </p:sp>
      <p:sp>
        <p:nvSpPr>
          <p:cNvPr id="54" name="Chevron 53"/>
          <p:cNvSpPr/>
          <p:nvPr/>
        </p:nvSpPr>
        <p:spPr>
          <a:xfrm>
            <a:off x="8142731" y="4206240"/>
            <a:ext cx="1739188" cy="384048"/>
          </a:xfrm>
          <a:prstGeom prst="chevron">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FFFFFF"/>
                </a:solidFill>
                <a:latin typeface="BIZ UDPゴシック"/>
                <a:ea typeface="BIZ UDPゴシック"/>
                <a:cs typeface="BIZ UDPゴシック"/>
              </a:rPr>
              <a:t>時刻を合わせる</a:t>
            </a:r>
          </a:p>
        </p:txBody>
      </p:sp>
      <p:sp>
        <p:nvSpPr>
          <p:cNvPr id="55" name="Chevron 54"/>
          <p:cNvSpPr/>
          <p:nvPr/>
        </p:nvSpPr>
        <p:spPr>
          <a:xfrm>
            <a:off x="9753904" y="4206240"/>
            <a:ext cx="1739188" cy="384048"/>
          </a:xfrm>
          <a:prstGeom prst="chevron">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FFFFFF"/>
                </a:solidFill>
                <a:latin typeface="BIZ UDPゴシック"/>
                <a:ea typeface="BIZ UDPゴシック"/>
                <a:cs typeface="BIZ UDPゴシック"/>
              </a:rPr>
              <a:t>窓口を開く</a:t>
            </a:r>
          </a:p>
        </p:txBody>
      </p:sp>
      <p:sp>
        <p:nvSpPr>
          <p:cNvPr id="56" name="TextBox 55"/>
          <p:cNvSpPr txBox="1"/>
          <p:nvPr/>
        </p:nvSpPr>
        <p:spPr>
          <a:xfrm>
            <a:off x="6531559" y="4663440"/>
            <a:ext cx="4961534" cy="274320"/>
          </a:xfrm>
          <a:prstGeom prst="rect">
            <a:avLst/>
          </a:prstGeom>
          <a:noFill/>
        </p:spPr>
        <p:txBody>
          <a:bodyPr wrap="square" lIns="0" rIns="0" tIns="27432" bIns="27432" anchor="t">
            <a:spAutoFit/>
          </a:bodyPr>
          <a:lstStyle/>
          <a:p>
            <a:pPr algn="ctr">
              <a:spcAft>
                <a:spcPts val="200"/>
              </a:spcAft>
            </a:pPr>
            <a:r>
              <a:rPr sz="1000" b="0">
                <a:solidFill>
                  <a:srgbClr val="333333"/>
                </a:solidFill>
                <a:latin typeface="BIZ UDPゴシック"/>
                <a:ea typeface="BIZ UDPゴシック"/>
                <a:cs typeface="BIZ UDPゴシック"/>
              </a:rPr>
              <a:t>最後に子ラズパイが親ラズパイと時刻を合わせてから、記録を始めます</a:t>
            </a:r>
          </a:p>
        </p:txBody>
      </p:sp>
      <p:sp>
        <p:nvSpPr>
          <p:cNvPr id="57" name="Rounded Rectangle 56"/>
          <p:cNvSpPr/>
          <p:nvPr/>
        </p:nvSpPr>
        <p:spPr>
          <a:xfrm>
            <a:off x="6531559" y="5074920"/>
            <a:ext cx="4961534" cy="68580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41287" y="5138928"/>
            <a:ext cx="4742078" cy="557784"/>
          </a:xfrm>
          <a:prstGeom prst="rect">
            <a:avLst/>
          </a:prstGeom>
          <a:noFill/>
        </p:spPr>
        <p:txBody>
          <a:bodyPr wrap="square" lIns="0" rIns="0" tIns="27432" bIns="27432" anchor="ctr">
            <a:spAutoFit/>
          </a:bodyPr>
          <a:lstStyle/>
          <a:p>
            <a:pPr algn="ctr">
              <a:spcAft>
                <a:spcPts val="200"/>
              </a:spcAft>
            </a:pPr>
            <a:r>
              <a:rPr sz="1200" b="1">
                <a:solidFill>
                  <a:srgbClr val="000000"/>
                </a:solidFill>
                <a:latin typeface="BIZ UDPゴシック"/>
                <a:ea typeface="BIZ UDPゴシック"/>
                <a:cs typeface="BIZ UDPゴシック"/>
              </a:rPr>
              <a:t>時刻が合ってから窓口を開くので、ずれた時刻の記録が入りません</a:t>
            </a:r>
          </a:p>
        </p:txBody>
      </p:sp>
      <p:sp>
        <p:nvSpPr>
          <p:cNvPr id="59" name="TextBox 58"/>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内蔵WiFi は工場網 HIME-H-REAP（許可 MAC のみ）、ドングルは WDC-433DU2H2-B で子Pi専用の別回線です。ACK は親Piが hint DB へ書き込めた時点で返します。子Pi側での ACK 受信は今後対応します。</a:t>
            </a:r>
          </a:p>
        </p:txBody>
      </p:sp>
      <p:sp>
        <p:nvSpPr>
          <p:cNvPr id="60"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現場のシグナルタワーを実際に取り込み、hint DB に記録できることを確認しました</a:t>
            </a:r>
          </a:p>
        </p:txBody>
      </p:sp>
      <p:sp>
        <p:nvSpPr>
          <p:cNvPr id="3" name="Title 2"/>
          <p:cNvSpPr>
            <a:spLocks noGrp="1"/>
          </p:cNvSpPr>
          <p:nvPr>
            <p:ph type="title"/>
          </p:nvPr>
        </p:nvSpPr>
        <p:spPr/>
        <p:txBody>
          <a:bodyPr/>
          <a:lstStyle/>
          <a:p>
            <a:r>
              <a:rPr>
                <a:latin typeface="BIZ UDPゴシック"/>
                <a:ea typeface="BIZ UDPゴシック"/>
                <a:cs typeface="BIZ UDPゴシック"/>
              </a:rPr>
              <a:t>検証（現場実証）</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TextBox 5"/>
          <p:cNvSpPr txBox="1"/>
          <p:nvPr/>
        </p:nvSpPr>
        <p:spPr>
          <a:xfrm>
            <a:off x="480060" y="1988819"/>
            <a:ext cx="3456432" cy="274320"/>
          </a:xfrm>
          <a:prstGeom prst="rect">
            <a:avLst/>
          </a:prstGeom>
          <a:noFill/>
        </p:spPr>
        <p:txBody>
          <a:bodyPr wrap="square" lIns="0" rIns="0" tIns="27432" bIns="27432" anchor="t">
            <a:spAutoFit/>
          </a:bodyPr>
          <a:lstStyle/>
          <a:p>
            <a:pPr algn="l">
              <a:spcAft>
                <a:spcPts val="200"/>
              </a:spcAft>
            </a:pPr>
            <a:r>
              <a:rPr sz="1000" b="1">
                <a:solidFill>
                  <a:srgbClr val="666666"/>
                </a:solidFill>
                <a:latin typeface="BIZ UDPゴシック"/>
                <a:ea typeface="BIZ UDPゴシック"/>
                <a:cs typeface="BIZ UDPゴシック"/>
              </a:rPr>
              <a:t>① いつ・どこで・何を</a:t>
            </a:r>
          </a:p>
        </p:txBody>
      </p:sp>
      <p:sp>
        <p:nvSpPr>
          <p:cNvPr id="7" name="TextBox 6"/>
          <p:cNvSpPr txBox="1"/>
          <p:nvPr/>
        </p:nvSpPr>
        <p:spPr>
          <a:xfrm>
            <a:off x="4367631" y="1970531"/>
            <a:ext cx="7344003"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② 撮れた画像</a:t>
            </a:r>
          </a:p>
        </p:txBody>
      </p:sp>
      <p:sp>
        <p:nvSpPr>
          <p:cNvPr id="8" name="Rounded Rectangle 7"/>
          <p:cNvSpPr/>
          <p:nvPr/>
        </p:nvSpPr>
        <p:spPr>
          <a:xfrm>
            <a:off x="480060" y="2359152"/>
            <a:ext cx="3456432" cy="33832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 y="2386584"/>
            <a:ext cx="914400" cy="283464"/>
          </a:xfrm>
          <a:prstGeom prst="rect">
            <a:avLst/>
          </a:prstGeom>
          <a:noFill/>
        </p:spPr>
        <p:txBody>
          <a:bodyPr wrap="square" lIns="0" rIns="0" tIns="27432" bIns="27432" anchor="ctr">
            <a:spAutoFit/>
          </a:bodyPr>
          <a:lstStyle/>
          <a:p>
            <a:pPr algn="l">
              <a:spcAft>
                <a:spcPts val="200"/>
              </a:spcAft>
            </a:pPr>
            <a:r>
              <a:rPr sz="900" b="1">
                <a:solidFill>
                  <a:srgbClr val="666666"/>
                </a:solidFill>
                <a:latin typeface="BIZ UDPゴシック"/>
                <a:ea typeface="BIZ UDPゴシック"/>
                <a:cs typeface="BIZ UDPゴシック"/>
              </a:rPr>
              <a:t>実施日</a:t>
            </a:r>
          </a:p>
        </p:txBody>
      </p:sp>
      <p:sp>
        <p:nvSpPr>
          <p:cNvPr id="10" name="TextBox 9"/>
          <p:cNvSpPr txBox="1"/>
          <p:nvPr/>
        </p:nvSpPr>
        <p:spPr>
          <a:xfrm>
            <a:off x="1559052" y="2386584"/>
            <a:ext cx="2249424" cy="283464"/>
          </a:xfrm>
          <a:prstGeom prst="rect">
            <a:avLst/>
          </a:prstGeom>
          <a:noFill/>
        </p:spPr>
        <p:txBody>
          <a:bodyPr wrap="square" lIns="0" rIns="0" tIns="27432" bIns="27432" anchor="ctr">
            <a:spAutoFit/>
          </a:bodyPr>
          <a:lstStyle/>
          <a:p>
            <a:pPr algn="l">
              <a:spcAft>
                <a:spcPts val="200"/>
              </a:spcAft>
            </a:pPr>
            <a:r>
              <a:rPr sz="900" b="0">
                <a:solidFill>
                  <a:srgbClr val="333333"/>
                </a:solidFill>
                <a:latin typeface="BIZ UDPゴシック"/>
                <a:ea typeface="BIZ UDPゴシック"/>
                <a:cs typeface="BIZ UDPゴシック"/>
              </a:rPr>
              <a:t>2026年7月30日</a:t>
            </a:r>
          </a:p>
        </p:txBody>
      </p:sp>
      <p:sp>
        <p:nvSpPr>
          <p:cNvPr id="11" name="Rounded Rectangle 10"/>
          <p:cNvSpPr/>
          <p:nvPr/>
        </p:nvSpPr>
        <p:spPr>
          <a:xfrm>
            <a:off x="480060" y="2743200"/>
            <a:ext cx="3456432" cy="33832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 y="2770632"/>
            <a:ext cx="914400" cy="283464"/>
          </a:xfrm>
          <a:prstGeom prst="rect">
            <a:avLst/>
          </a:prstGeom>
          <a:noFill/>
        </p:spPr>
        <p:txBody>
          <a:bodyPr wrap="square" lIns="0" rIns="0" tIns="27432" bIns="27432" anchor="ctr">
            <a:spAutoFit/>
          </a:bodyPr>
          <a:lstStyle/>
          <a:p>
            <a:pPr algn="l">
              <a:spcAft>
                <a:spcPts val="200"/>
              </a:spcAft>
            </a:pPr>
            <a:r>
              <a:rPr sz="900" b="1">
                <a:solidFill>
                  <a:srgbClr val="666666"/>
                </a:solidFill>
                <a:latin typeface="BIZ UDPゴシック"/>
                <a:ea typeface="BIZ UDPゴシック"/>
                <a:cs typeface="BIZ UDPゴシック"/>
              </a:rPr>
              <a:t>場所</a:t>
            </a:r>
          </a:p>
        </p:txBody>
      </p:sp>
      <p:sp>
        <p:nvSpPr>
          <p:cNvPr id="13" name="TextBox 12"/>
          <p:cNvSpPr txBox="1"/>
          <p:nvPr/>
        </p:nvSpPr>
        <p:spPr>
          <a:xfrm>
            <a:off x="1559052" y="2770632"/>
            <a:ext cx="2249424" cy="283464"/>
          </a:xfrm>
          <a:prstGeom prst="rect">
            <a:avLst/>
          </a:prstGeom>
          <a:noFill/>
        </p:spPr>
        <p:txBody>
          <a:bodyPr wrap="square" lIns="0" rIns="0" tIns="27432" bIns="27432" anchor="ctr">
            <a:spAutoFit/>
          </a:bodyPr>
          <a:lstStyle/>
          <a:p>
            <a:pPr algn="l">
              <a:spcAft>
                <a:spcPts val="200"/>
              </a:spcAft>
            </a:pPr>
            <a:r>
              <a:rPr sz="900" b="0">
                <a:solidFill>
                  <a:srgbClr val="333333"/>
                </a:solidFill>
                <a:latin typeface="BIZ UDPゴシック"/>
                <a:ea typeface="BIZ UDPゴシック"/>
                <a:cs typeface="BIZ UDPゴシック"/>
              </a:rPr>
              <a:t>試作</a:t>
            </a:r>
          </a:p>
        </p:txBody>
      </p:sp>
      <p:sp>
        <p:nvSpPr>
          <p:cNvPr id="14" name="Rounded Rectangle 13"/>
          <p:cNvSpPr/>
          <p:nvPr/>
        </p:nvSpPr>
        <p:spPr>
          <a:xfrm>
            <a:off x="480060" y="3127248"/>
            <a:ext cx="3456432" cy="33832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8076" y="3154679"/>
            <a:ext cx="914400" cy="283464"/>
          </a:xfrm>
          <a:prstGeom prst="rect">
            <a:avLst/>
          </a:prstGeom>
          <a:noFill/>
        </p:spPr>
        <p:txBody>
          <a:bodyPr wrap="square" lIns="0" rIns="0" tIns="27432" bIns="27432" anchor="ctr">
            <a:spAutoFit/>
          </a:bodyPr>
          <a:lstStyle/>
          <a:p>
            <a:pPr algn="l">
              <a:spcAft>
                <a:spcPts val="200"/>
              </a:spcAft>
            </a:pPr>
            <a:r>
              <a:rPr sz="900" b="1">
                <a:solidFill>
                  <a:srgbClr val="666666"/>
                </a:solidFill>
                <a:latin typeface="BIZ UDPゴシック"/>
                <a:ea typeface="BIZ UDPゴシック"/>
                <a:cs typeface="BIZ UDPゴシック"/>
              </a:rPr>
              <a:t>対象設備</a:t>
            </a:r>
          </a:p>
        </p:txBody>
      </p:sp>
      <p:sp>
        <p:nvSpPr>
          <p:cNvPr id="16" name="TextBox 15"/>
          <p:cNvSpPr txBox="1"/>
          <p:nvPr/>
        </p:nvSpPr>
        <p:spPr>
          <a:xfrm>
            <a:off x="1559052" y="3154679"/>
            <a:ext cx="2249424" cy="283464"/>
          </a:xfrm>
          <a:prstGeom prst="rect">
            <a:avLst/>
          </a:prstGeom>
          <a:noFill/>
        </p:spPr>
        <p:txBody>
          <a:bodyPr wrap="square" lIns="0" rIns="0" tIns="27432" bIns="27432" anchor="ctr">
            <a:spAutoFit/>
          </a:bodyPr>
          <a:lstStyle/>
          <a:p>
            <a:pPr algn="l">
              <a:spcAft>
                <a:spcPts val="200"/>
              </a:spcAft>
            </a:pPr>
            <a:r>
              <a:rPr sz="900" b="0">
                <a:solidFill>
                  <a:srgbClr val="333333"/>
                </a:solidFill>
                <a:latin typeface="BIZ UDPゴシック"/>
                <a:ea typeface="BIZ UDPゴシック"/>
                <a:cs typeface="BIZ UDPゴシック"/>
              </a:rPr>
              <a:t>加工機のシグナルタワー</a:t>
            </a:r>
          </a:p>
        </p:txBody>
      </p:sp>
      <p:sp>
        <p:nvSpPr>
          <p:cNvPr id="17" name="Rounded Rectangle 16"/>
          <p:cNvSpPr/>
          <p:nvPr/>
        </p:nvSpPr>
        <p:spPr>
          <a:xfrm>
            <a:off x="480060" y="3511296"/>
            <a:ext cx="3456432" cy="33832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3538727"/>
            <a:ext cx="914400" cy="283464"/>
          </a:xfrm>
          <a:prstGeom prst="rect">
            <a:avLst/>
          </a:prstGeom>
          <a:noFill/>
        </p:spPr>
        <p:txBody>
          <a:bodyPr wrap="square" lIns="0" rIns="0" tIns="27432" bIns="27432" anchor="ctr">
            <a:spAutoFit/>
          </a:bodyPr>
          <a:lstStyle/>
          <a:p>
            <a:pPr algn="l">
              <a:spcAft>
                <a:spcPts val="200"/>
              </a:spcAft>
            </a:pPr>
            <a:r>
              <a:rPr sz="900" b="1">
                <a:solidFill>
                  <a:srgbClr val="666666"/>
                </a:solidFill>
                <a:latin typeface="BIZ UDPゴシック"/>
                <a:ea typeface="BIZ UDPゴシック"/>
                <a:cs typeface="BIZ UDPゴシック"/>
              </a:rPr>
              <a:t>使った機器</a:t>
            </a:r>
          </a:p>
        </p:txBody>
      </p:sp>
      <p:sp>
        <p:nvSpPr>
          <p:cNvPr id="19" name="TextBox 18"/>
          <p:cNvSpPr txBox="1"/>
          <p:nvPr/>
        </p:nvSpPr>
        <p:spPr>
          <a:xfrm>
            <a:off x="1559052" y="3538727"/>
            <a:ext cx="2249424" cy="283464"/>
          </a:xfrm>
          <a:prstGeom prst="rect">
            <a:avLst/>
          </a:prstGeom>
          <a:noFill/>
        </p:spPr>
        <p:txBody>
          <a:bodyPr wrap="square" lIns="0" rIns="0" tIns="27432" bIns="27432" anchor="ctr">
            <a:spAutoFit/>
          </a:bodyPr>
          <a:lstStyle/>
          <a:p>
            <a:pPr algn="l">
              <a:spcAft>
                <a:spcPts val="200"/>
              </a:spcAft>
            </a:pPr>
            <a:r>
              <a:rPr sz="900" b="0">
                <a:solidFill>
                  <a:srgbClr val="333333"/>
                </a:solidFill>
                <a:latin typeface="BIZ UDPゴシック"/>
                <a:ea typeface="BIZ UDPゴシック"/>
                <a:cs typeface="BIZ UDPゴシック"/>
              </a:rPr>
              <a:t>子＝Zero 2 W ＋ AIカメラ／親＝Pi 5</a:t>
            </a:r>
          </a:p>
        </p:txBody>
      </p:sp>
      <p:sp>
        <p:nvSpPr>
          <p:cNvPr id="20" name="Rounded Rectangle 19"/>
          <p:cNvSpPr/>
          <p:nvPr/>
        </p:nvSpPr>
        <p:spPr>
          <a:xfrm>
            <a:off x="480060" y="3895344"/>
            <a:ext cx="3456432" cy="33832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6" y="3922776"/>
            <a:ext cx="914400" cy="283464"/>
          </a:xfrm>
          <a:prstGeom prst="rect">
            <a:avLst/>
          </a:prstGeom>
          <a:noFill/>
        </p:spPr>
        <p:txBody>
          <a:bodyPr wrap="square" lIns="0" rIns="0" tIns="27432" bIns="27432" anchor="ctr">
            <a:spAutoFit/>
          </a:bodyPr>
          <a:lstStyle/>
          <a:p>
            <a:pPr algn="l">
              <a:spcAft>
                <a:spcPts val="200"/>
              </a:spcAft>
            </a:pPr>
            <a:r>
              <a:rPr sz="900" b="1">
                <a:solidFill>
                  <a:srgbClr val="666666"/>
                </a:solidFill>
                <a:latin typeface="BIZ UDPゴシック"/>
                <a:ea typeface="BIZ UDPゴシック"/>
                <a:cs typeface="BIZ UDPゴシック"/>
              </a:rPr>
              <a:t>見たもの</a:t>
            </a:r>
          </a:p>
        </p:txBody>
      </p:sp>
      <p:sp>
        <p:nvSpPr>
          <p:cNvPr id="22" name="TextBox 21"/>
          <p:cNvSpPr txBox="1"/>
          <p:nvPr/>
        </p:nvSpPr>
        <p:spPr>
          <a:xfrm>
            <a:off x="1559052" y="3922776"/>
            <a:ext cx="2249424" cy="283464"/>
          </a:xfrm>
          <a:prstGeom prst="rect">
            <a:avLst/>
          </a:prstGeom>
          <a:noFill/>
        </p:spPr>
        <p:txBody>
          <a:bodyPr wrap="square" lIns="0" rIns="0" tIns="27432" bIns="27432" anchor="ctr">
            <a:spAutoFit/>
          </a:bodyPr>
          <a:lstStyle/>
          <a:p>
            <a:pPr algn="l">
              <a:spcAft>
                <a:spcPts val="200"/>
              </a:spcAft>
            </a:pPr>
            <a:r>
              <a:rPr sz="900" b="0">
                <a:solidFill>
                  <a:srgbClr val="333333"/>
                </a:solidFill>
                <a:latin typeface="BIZ UDPゴシック"/>
                <a:ea typeface="BIZ UDPゴシック"/>
                <a:cs typeface="BIZ UDPゴシック"/>
              </a:rPr>
              <a:t>信号灯の点灯・点滅・消灯</a:t>
            </a:r>
          </a:p>
        </p:txBody>
      </p:sp>
      <p:sp>
        <p:nvSpPr>
          <p:cNvPr id="23" name="Rectangle 22"/>
          <p:cNvSpPr/>
          <p:nvPr/>
        </p:nvSpPr>
        <p:spPr>
          <a:xfrm>
            <a:off x="4857521" y="2359152"/>
            <a:ext cx="3044952" cy="2283714"/>
          </a:xfrm>
          <a:prstGeom prst="rect">
            <a:avLst/>
          </a:prstGeom>
          <a:solidFill>
            <a:srgbClr val="E6E6E6"/>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57521" y="3363849"/>
            <a:ext cx="3044952" cy="274320"/>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写真を貼る</a:t>
            </a:r>
          </a:p>
        </p:txBody>
      </p:sp>
      <p:sp>
        <p:nvSpPr>
          <p:cNvPr id="25" name="TextBox 24"/>
          <p:cNvSpPr txBox="1"/>
          <p:nvPr/>
        </p:nvSpPr>
        <p:spPr>
          <a:xfrm>
            <a:off x="4857521" y="4697730"/>
            <a:ext cx="3044952" cy="310896"/>
          </a:xfrm>
          <a:prstGeom prst="rect">
            <a:avLst/>
          </a:prstGeom>
          <a:noFill/>
        </p:spPr>
        <p:txBody>
          <a:bodyPr wrap="square" lIns="0" rIns="0" tIns="27432" bIns="27432" anchor="t">
            <a:spAutoFit/>
          </a:bodyPr>
          <a:lstStyle/>
          <a:p>
            <a:pPr algn="ctr">
              <a:spcAft>
                <a:spcPts val="200"/>
              </a:spcAft>
            </a:pPr>
            <a:r>
              <a:rPr sz="900" b="0">
                <a:solidFill>
                  <a:srgbClr val="333333"/>
                </a:solidFill>
                <a:latin typeface="BIZ UDPゴシック"/>
                <a:ea typeface="BIZ UDPゴシック"/>
                <a:cs typeface="BIZ UDPゴシック"/>
              </a:rPr>
              <a:t>現場のシグナルタワーを AI カメラで撮影</a:t>
            </a:r>
          </a:p>
        </p:txBody>
      </p:sp>
      <p:sp>
        <p:nvSpPr>
          <p:cNvPr id="26" name="Rectangle 25"/>
          <p:cNvSpPr/>
          <p:nvPr/>
        </p:nvSpPr>
        <p:spPr>
          <a:xfrm>
            <a:off x="8176793" y="2359152"/>
            <a:ext cx="3044952" cy="2283714"/>
          </a:xfrm>
          <a:prstGeom prst="rect">
            <a:avLst/>
          </a:prstGeom>
          <a:solidFill>
            <a:srgbClr val="E6E6E6"/>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76793" y="3363849"/>
            <a:ext cx="3044952" cy="274320"/>
          </a:xfrm>
          <a:prstGeom prst="rect">
            <a:avLst/>
          </a:prstGeom>
          <a:noFill/>
        </p:spPr>
        <p:txBody>
          <a:bodyPr wrap="square" lIns="0" rIns="0" tIns="27432" bIns="27432" anchor="t">
            <a:spAutoFit/>
          </a:bodyPr>
          <a:lstStyle/>
          <a:p>
            <a:pPr algn="ctr">
              <a:spcAft>
                <a:spcPts val="200"/>
              </a:spcAft>
            </a:pPr>
            <a:r>
              <a:rPr sz="900" b="0">
                <a:solidFill>
                  <a:srgbClr val="666666"/>
                </a:solidFill>
                <a:latin typeface="BIZ UDPゴシック"/>
                <a:ea typeface="BIZ UDPゴシック"/>
                <a:cs typeface="BIZ UDPゴシック"/>
              </a:rPr>
              <a:t>写真を貼る</a:t>
            </a:r>
          </a:p>
        </p:txBody>
      </p:sp>
      <p:sp>
        <p:nvSpPr>
          <p:cNvPr id="28" name="TextBox 27"/>
          <p:cNvSpPr txBox="1"/>
          <p:nvPr/>
        </p:nvSpPr>
        <p:spPr>
          <a:xfrm>
            <a:off x="8176793" y="4697730"/>
            <a:ext cx="3044952" cy="310896"/>
          </a:xfrm>
          <a:prstGeom prst="rect">
            <a:avLst/>
          </a:prstGeom>
          <a:noFill/>
        </p:spPr>
        <p:txBody>
          <a:bodyPr wrap="square" lIns="0" rIns="0" tIns="27432" bIns="27432" anchor="t">
            <a:spAutoFit/>
          </a:bodyPr>
          <a:lstStyle/>
          <a:p>
            <a:pPr algn="ctr">
              <a:spcAft>
                <a:spcPts val="200"/>
              </a:spcAft>
            </a:pPr>
            <a:r>
              <a:rPr sz="900" b="0">
                <a:solidFill>
                  <a:srgbClr val="333333"/>
                </a:solidFill>
                <a:latin typeface="BIZ UDPゴシック"/>
                <a:ea typeface="BIZ UDPゴシック"/>
                <a:cs typeface="BIZ UDPゴシック"/>
              </a:rPr>
              <a:t>hint DB に記録が入ったところ</a:t>
            </a:r>
          </a:p>
        </p:txBody>
      </p:sp>
      <p:sp>
        <p:nvSpPr>
          <p:cNvPr id="29" name="Rectangle 28"/>
          <p:cNvSpPr/>
          <p:nvPr/>
        </p:nvSpPr>
        <p:spPr>
          <a:xfrm>
            <a:off x="480060" y="5029200"/>
            <a:ext cx="11231575" cy="7315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4380" y="5093208"/>
            <a:ext cx="10682935" cy="603504"/>
          </a:xfrm>
          <a:prstGeom prst="rect">
            <a:avLst/>
          </a:prstGeom>
          <a:noFill/>
        </p:spPr>
        <p:txBody>
          <a:bodyPr wrap="square" lIns="0" rIns="0" tIns="27432" bIns="27432" anchor="ctr">
            <a:spAutoFit/>
          </a:bodyPr>
          <a:lstStyle/>
          <a:p>
            <a:pPr algn="ctr">
              <a:spcAft>
                <a:spcPts val="200"/>
              </a:spcAft>
            </a:pPr>
            <a:r>
              <a:rPr sz="1400" b="1">
                <a:solidFill>
                  <a:srgbClr val="CC0000"/>
                </a:solidFill>
                <a:latin typeface="BIZ UDPゴシック"/>
                <a:ea typeface="BIZ UDPゴシック"/>
                <a:cs typeface="BIZ UDPゴシック"/>
              </a:rPr>
              <a:t>結果：信号灯を判定 → 工場網を経由 → hint DB に記録が入るまで通りました</a:t>
            </a:r>
          </a:p>
          <a:p>
            <a:pPr algn="ctr">
              <a:spcAft>
                <a:spcPts val="200"/>
              </a:spcAft>
            </a:pPr>
            <a:r>
              <a:rPr sz="1000" b="0">
                <a:solidFill>
                  <a:srgbClr val="333333"/>
                </a:solidFill>
                <a:latin typeface="BIZ UDPゴシック"/>
                <a:ea typeface="BIZ UDPゴシック"/>
                <a:cs typeface="BIZ UDPゴシック"/>
              </a:rPr>
              <a:t>記録件数・欠損件数・連続稼働日数は未確認（確定後に記入）</a:t>
            </a:r>
          </a:p>
        </p:txBody>
      </p:sp>
      <p:sp>
        <p:nvSpPr>
          <p:cNvPr id="31" name="TextBox 30"/>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記録件数・欠損件数・連続稼働日数は、今後の連続稼働で計測します。</a:t>
            </a:r>
          </a:p>
        </p:txBody>
      </p:sp>
      <p:sp>
        <p:nvSpPr>
          <p:cNvPr id="32"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いまやっている作業が減り、いままで取れなかった情報が手に入ります</a:t>
            </a:r>
          </a:p>
        </p:txBody>
      </p:sp>
      <p:sp>
        <p:nvSpPr>
          <p:cNvPr id="3" name="Title 2"/>
          <p:cNvSpPr>
            <a:spLocks noGrp="1"/>
          </p:cNvSpPr>
          <p:nvPr>
            <p:ph type="title"/>
          </p:nvPr>
        </p:nvSpPr>
        <p:spPr/>
        <p:txBody>
          <a:bodyPr/>
          <a:lstStyle/>
          <a:p>
            <a:r>
              <a:rPr>
                <a:latin typeface="BIZ UDPゴシック"/>
                <a:ea typeface="BIZ UDPゴシック"/>
                <a:cs typeface="BIZ UDPゴシック"/>
              </a:rPr>
              <a:t>効果</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ectangle 5"/>
          <p:cNvSpPr/>
          <p:nvPr/>
        </p:nvSpPr>
        <p:spPr>
          <a:xfrm>
            <a:off x="480060" y="1988819"/>
            <a:ext cx="5400446" cy="3246120"/>
          </a:xfrm>
          <a:prstGeom prst="rect">
            <a:avLst/>
          </a:prstGeom>
          <a:no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12103" y="1988819"/>
            <a:ext cx="5400446" cy="3246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99516" y="2153412"/>
            <a:ext cx="2468880" cy="274320"/>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① 減らせる工数</a:t>
            </a:r>
          </a:p>
        </p:txBody>
      </p:sp>
      <p:sp>
        <p:nvSpPr>
          <p:cNvPr id="9" name="Rounded Rectangle 8"/>
          <p:cNvSpPr/>
          <p:nvPr/>
        </p:nvSpPr>
        <p:spPr>
          <a:xfrm>
            <a:off x="6531559" y="2153412"/>
            <a:ext cx="2834640" cy="274320"/>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② できるようになること</a:t>
            </a:r>
          </a:p>
        </p:txBody>
      </p:sp>
      <p:sp>
        <p:nvSpPr>
          <p:cNvPr id="10" name="TextBox 9"/>
          <p:cNvSpPr txBox="1"/>
          <p:nvPr/>
        </p:nvSpPr>
        <p:spPr>
          <a:xfrm>
            <a:off x="699516" y="2505456"/>
            <a:ext cx="4961534" cy="256032"/>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いま上長がやっている作業</a:t>
            </a:r>
          </a:p>
        </p:txBody>
      </p:sp>
      <p:sp>
        <p:nvSpPr>
          <p:cNvPr id="11" name="TextBox 10"/>
          <p:cNvSpPr txBox="1"/>
          <p:nvPr/>
        </p:nvSpPr>
        <p:spPr>
          <a:xfrm>
            <a:off x="6531559" y="2505456"/>
            <a:ext cx="4961534" cy="256032"/>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いまは取れていない情報</a:t>
            </a:r>
          </a:p>
        </p:txBody>
      </p:sp>
      <p:sp>
        <p:nvSpPr>
          <p:cNvPr id="12" name="Rounded Rectangle 11"/>
          <p:cNvSpPr/>
          <p:nvPr/>
        </p:nvSpPr>
        <p:spPr>
          <a:xfrm>
            <a:off x="699516" y="2816352"/>
            <a:ext cx="4961534" cy="82296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 y="2880360"/>
            <a:ext cx="3017520" cy="694944"/>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目視での稼働確認・記録</a:t>
            </a:r>
          </a:p>
          <a:p>
            <a:pPr algn="l">
              <a:spcAft>
                <a:spcPts val="200"/>
              </a:spcAft>
            </a:pPr>
            <a:r>
              <a:rPr sz="1000" b="0">
                <a:solidFill>
                  <a:srgbClr val="666666"/>
                </a:solidFill>
                <a:latin typeface="BIZ UDPゴシック"/>
                <a:ea typeface="BIZ UDPゴシック"/>
                <a:cs typeface="BIZ UDPゴシック"/>
              </a:rPr>
              <a:t>現場を見に行って書き留める（未計測）</a:t>
            </a:r>
          </a:p>
          <a:p>
            <a:pPr algn="l">
              <a:spcAft>
                <a:spcPts val="200"/>
              </a:spcAft>
            </a:pPr>
            <a:r>
              <a:rPr sz="900" b="0">
                <a:solidFill>
                  <a:srgbClr val="666666"/>
                </a:solidFill>
                <a:latin typeface="BIZ UDPゴシック"/>
                <a:ea typeface="BIZ UDPゴシック"/>
                <a:cs typeface="BIZ UDPゴシック"/>
              </a:rPr>
              <a:t>信号灯を見に行く必要がなくなる</a:t>
            </a:r>
          </a:p>
        </p:txBody>
      </p:sp>
      <p:sp>
        <p:nvSpPr>
          <p:cNvPr id="14" name="&quot;No&quot; Symbol 13"/>
          <p:cNvSpPr/>
          <p:nvPr/>
        </p:nvSpPr>
        <p:spPr>
          <a:xfrm>
            <a:off x="3931920" y="3099816"/>
            <a:ext cx="256032" cy="256032"/>
          </a:xfrm>
          <a:prstGeom prst="noSmoking">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2953512"/>
            <a:ext cx="1188720" cy="548640"/>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不要に</a:t>
            </a:r>
          </a:p>
        </p:txBody>
      </p:sp>
      <p:sp>
        <p:nvSpPr>
          <p:cNvPr id="16" name="Rounded Rectangle 15"/>
          <p:cNvSpPr/>
          <p:nvPr/>
        </p:nvSpPr>
        <p:spPr>
          <a:xfrm>
            <a:off x="699516" y="3785616"/>
            <a:ext cx="4961534" cy="82296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 y="3849624"/>
            <a:ext cx="3017520" cy="694944"/>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加工時間の手計上</a:t>
            </a:r>
          </a:p>
          <a:p>
            <a:pPr algn="l">
              <a:spcAft>
                <a:spcPts val="200"/>
              </a:spcAft>
            </a:pPr>
            <a:r>
              <a:rPr sz="1000" b="0">
                <a:solidFill>
                  <a:srgbClr val="CC0000"/>
                </a:solidFill>
                <a:latin typeface="BIZ UDPゴシック"/>
                <a:ea typeface="BIZ UDPゴシック"/>
                <a:cs typeface="BIZ UDPゴシック"/>
              </a:rPr>
              <a:t>毎日 1.5〜3 時間 ＝ 週 7.25 時間</a:t>
            </a:r>
          </a:p>
          <a:p>
            <a:pPr algn="l">
              <a:spcAft>
                <a:spcPts val="200"/>
              </a:spcAft>
            </a:pPr>
            <a:r>
              <a:rPr sz="900" b="0">
                <a:solidFill>
                  <a:srgbClr val="666666"/>
                </a:solidFill>
                <a:latin typeface="BIZ UDPゴシック"/>
                <a:ea typeface="BIZ UDPゴシック"/>
                <a:cs typeface="BIZ UDPゴシック"/>
              </a:rPr>
              <a:t>※ 時間計上と合算した値。設備分の切り分けは今後</a:t>
            </a:r>
          </a:p>
        </p:txBody>
      </p:sp>
      <p:sp>
        <p:nvSpPr>
          <p:cNvPr id="18" name="&quot;No&quot; Symbol 17"/>
          <p:cNvSpPr/>
          <p:nvPr/>
        </p:nvSpPr>
        <p:spPr>
          <a:xfrm>
            <a:off x="3931920" y="4069080"/>
            <a:ext cx="256032" cy="256032"/>
          </a:xfrm>
          <a:prstGeom prst="noSmoking">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15968" y="3922776"/>
            <a:ext cx="1188720" cy="548640"/>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ゼロに</a:t>
            </a:r>
          </a:p>
        </p:txBody>
      </p:sp>
      <p:sp>
        <p:nvSpPr>
          <p:cNvPr id="20" name="TextBox 19"/>
          <p:cNvSpPr txBox="1"/>
          <p:nvPr/>
        </p:nvSpPr>
        <p:spPr>
          <a:xfrm>
            <a:off x="699516" y="4773168"/>
            <a:ext cx="4961534" cy="256032"/>
          </a:xfrm>
          <a:prstGeom prst="rect">
            <a:avLst/>
          </a:prstGeom>
          <a:noFill/>
        </p:spPr>
        <p:txBody>
          <a:bodyPr wrap="square" lIns="0" rIns="0" tIns="27432" bIns="27432" anchor="t">
            <a:spAutoFit/>
          </a:bodyPr>
          <a:lstStyle/>
          <a:p>
            <a:pPr algn="l">
              <a:spcAft>
                <a:spcPts val="200"/>
              </a:spcAft>
            </a:pPr>
            <a:r>
              <a:rPr sz="1000" b="0">
                <a:solidFill>
                  <a:srgbClr val="333333"/>
                </a:solidFill>
                <a:latin typeface="BIZ UDPゴシック"/>
                <a:ea typeface="BIZ UDPゴシック"/>
                <a:cs typeface="BIZ UDPゴシック"/>
              </a:rPr>
              <a:t>設備の稼働にかかわる工数に限った範囲です。人の作業時間の集計は含みません</a:t>
            </a:r>
          </a:p>
        </p:txBody>
      </p:sp>
      <p:sp>
        <p:nvSpPr>
          <p:cNvPr id="21" name="TextBox 20"/>
          <p:cNvSpPr txBox="1"/>
          <p:nvPr/>
        </p:nvSpPr>
        <p:spPr>
          <a:xfrm>
            <a:off x="699516" y="5010912"/>
            <a:ext cx="4961534" cy="237744"/>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出典：各班作業分析ワークブック（2026年8月24日）</a:t>
            </a:r>
          </a:p>
        </p:txBody>
      </p:sp>
      <p:sp>
        <p:nvSpPr>
          <p:cNvPr id="22" name="Rounded Rectangle 21"/>
          <p:cNvSpPr/>
          <p:nvPr/>
        </p:nvSpPr>
        <p:spPr>
          <a:xfrm>
            <a:off x="6531559" y="2816352"/>
            <a:ext cx="4961534"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0">
                <a:solidFill>
                  <a:srgbClr val="333333"/>
                </a:solidFill>
                <a:latin typeface="BIZ UDPゴシック"/>
                <a:ea typeface="BIZ UDPゴシック"/>
                <a:cs typeface="BIZ UDPゴシック"/>
              </a:rPr>
              <a:t>設備の実稼働率が、実測で分かる</a:t>
            </a:r>
          </a:p>
        </p:txBody>
      </p:sp>
      <p:sp>
        <p:nvSpPr>
          <p:cNvPr id="23" name="Rounded Rectangle 22"/>
          <p:cNvSpPr/>
          <p:nvPr/>
        </p:nvSpPr>
        <p:spPr>
          <a:xfrm>
            <a:off x="6531559" y="3438144"/>
            <a:ext cx="4961534"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0">
                <a:solidFill>
                  <a:srgbClr val="333333"/>
                </a:solidFill>
                <a:latin typeface="BIZ UDPゴシック"/>
                <a:ea typeface="BIZ UDPゴシック"/>
                <a:cs typeface="BIZ UDPゴシック"/>
              </a:rPr>
              <a:t>どの工程で止まっているかが分かる</a:t>
            </a:r>
          </a:p>
        </p:txBody>
      </p:sp>
      <p:sp>
        <p:nvSpPr>
          <p:cNvPr id="24" name="Rounded Rectangle 23"/>
          <p:cNvSpPr/>
          <p:nvPr/>
        </p:nvSpPr>
        <p:spPr>
          <a:xfrm>
            <a:off x="6531559" y="4059936"/>
            <a:ext cx="4961534"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0">
                <a:solidFill>
                  <a:srgbClr val="333333"/>
                </a:solidFill>
                <a:latin typeface="BIZ UDPゴシック"/>
                <a:ea typeface="BIZ UDPゴシック"/>
                <a:cs typeface="BIZ UDPゴシック"/>
              </a:rPr>
              <a:t>遅れがその場で分かる（早期発見・即フォロー）</a:t>
            </a:r>
          </a:p>
        </p:txBody>
      </p:sp>
      <p:sp>
        <p:nvSpPr>
          <p:cNvPr id="25" name="Rounded Rectangle 24"/>
          <p:cNvSpPr/>
          <p:nvPr/>
        </p:nvSpPr>
        <p:spPr>
          <a:xfrm>
            <a:off x="6531559" y="4681728"/>
            <a:ext cx="4961534"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0">
                <a:solidFill>
                  <a:srgbClr val="333333"/>
                </a:solidFill>
                <a:latin typeface="BIZ UDPゴシック"/>
                <a:ea typeface="BIZ UDPゴシック"/>
                <a:cs typeface="BIZ UDPゴシック"/>
              </a:rPr>
              <a:t>見積もりを、経験と勘から実績データへ</a:t>
            </a:r>
          </a:p>
        </p:txBody>
      </p:sp>
      <p:sp>
        <p:nvSpPr>
          <p:cNvPr id="26" name="Rectangle 25"/>
          <p:cNvSpPr/>
          <p:nvPr/>
        </p:nvSpPr>
        <p:spPr>
          <a:xfrm>
            <a:off x="480060" y="5376672"/>
            <a:ext cx="11231575"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i_zero2w.png"/>
          <p:cNvPicPr>
            <a:picLocks noChangeAspect="1"/>
          </p:cNvPicPr>
          <p:nvPr/>
        </p:nvPicPr>
        <p:blipFill>
          <a:blip r:embed="rId2"/>
          <a:stretch>
            <a:fillRect/>
          </a:stretch>
        </p:blipFill>
        <p:spPr>
          <a:xfrm>
            <a:off x="681228" y="5431536"/>
            <a:ext cx="501719" cy="365760"/>
          </a:xfrm>
          <a:prstGeom prst="rect">
            <a:avLst/>
          </a:prstGeom>
        </p:spPr>
      </p:pic>
      <p:pic>
        <p:nvPicPr>
          <p:cNvPr id="28" name="Picture 27" descr="pi5.png"/>
          <p:cNvPicPr>
            <a:picLocks noChangeAspect="1"/>
          </p:cNvPicPr>
          <p:nvPr/>
        </p:nvPicPr>
        <p:blipFill>
          <a:blip r:embed="rId3"/>
          <a:stretch>
            <a:fillRect/>
          </a:stretch>
        </p:blipFill>
        <p:spPr>
          <a:xfrm>
            <a:off x="1303020" y="5431536"/>
            <a:ext cx="475768" cy="365760"/>
          </a:xfrm>
          <a:prstGeom prst="rect">
            <a:avLst/>
          </a:prstGeom>
        </p:spPr>
      </p:pic>
      <p:sp>
        <p:nvSpPr>
          <p:cNvPr id="29" name="TextBox 28"/>
          <p:cNvSpPr txBox="1"/>
          <p:nvPr/>
        </p:nvSpPr>
        <p:spPr>
          <a:xfrm>
            <a:off x="1943100" y="5413248"/>
            <a:ext cx="9585655" cy="402336"/>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機器コスト：最小構成（親1 ＋ 子1）で 81,960 円（税別）。子Piを1台増やすごとに ＋32,190 円（内訳は参考資料）</a:t>
            </a:r>
          </a:p>
        </p:txBody>
      </p:sp>
      <p:sp>
        <p:nvSpPr>
          <p:cNvPr id="30" name="TextBox 29"/>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週 7.25 時間は上長1名・2週間の作業分析にもとづく値で、一部推定を含みます。②は今後の連続稼働とデータ蓄積で実現します。</a:t>
            </a:r>
          </a:p>
        </p:txBody>
      </p:sp>
      <p:sp>
        <p:nvSpPr>
          <p:cNvPr id="31"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台数を広げ、在場管理を検証し、センサの用途を広げていきます</a:t>
            </a:r>
          </a:p>
        </p:txBody>
      </p:sp>
      <p:sp>
        <p:nvSpPr>
          <p:cNvPr id="3" name="Title 2"/>
          <p:cNvSpPr>
            <a:spLocks noGrp="1"/>
          </p:cNvSpPr>
          <p:nvPr>
            <p:ph type="title"/>
          </p:nvPr>
        </p:nvSpPr>
        <p:spPr/>
        <p:txBody>
          <a:bodyPr/>
          <a:lstStyle/>
          <a:p>
            <a:r>
              <a:rPr>
                <a:latin typeface="BIZ UDPゴシック"/>
                <a:ea typeface="BIZ UDPゴシック"/>
                <a:cs typeface="BIZ UDPゴシック"/>
              </a:rPr>
              <a:t>今後の計画</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ounded Rectangle 5"/>
          <p:cNvSpPr/>
          <p:nvPr/>
        </p:nvSpPr>
        <p:spPr>
          <a:xfrm>
            <a:off x="480060" y="1988819"/>
            <a:ext cx="3456432"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① 横展開</a:t>
            </a:r>
          </a:p>
        </p:txBody>
      </p:sp>
      <p:sp>
        <p:nvSpPr>
          <p:cNvPr id="7" name="Rounded Rectangle 6"/>
          <p:cNvSpPr/>
          <p:nvPr/>
        </p:nvSpPr>
        <p:spPr>
          <a:xfrm>
            <a:off x="480060" y="2450592"/>
            <a:ext cx="3456432" cy="129844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400" b="1">
                <a:solidFill>
                  <a:srgbClr val="000000"/>
                </a:solidFill>
                <a:latin typeface="BIZ UDPゴシック"/>
                <a:ea typeface="BIZ UDPゴシック"/>
                <a:cs typeface="BIZ UDPゴシック"/>
              </a:rPr>
              <a:t>台数を増やし、他工程へ</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まず何台まで安定して繋がるかを実測します</a:t>
            </a:r>
          </a:p>
          <a:p>
            <a:pPr algn="ctr">
              <a:spcAft>
                <a:spcPts val="200"/>
              </a:spcAft>
            </a:pPr>
            <a:r>
              <a:rPr sz="1000" b="0">
                <a:solidFill>
                  <a:srgbClr val="333333"/>
                </a:solidFill>
                <a:latin typeface="BIZ UDPゴシック"/>
                <a:ea typeface="BIZ UDPゴシック"/>
                <a:cs typeface="BIZ UDPゴシック"/>
              </a:rPr>
              <a:t>子Piを増設して対象設備を広げます</a:t>
            </a:r>
          </a:p>
          <a:p>
            <a:pPr algn="ctr">
              <a:spcAft>
                <a:spcPts val="200"/>
              </a:spcAft>
            </a:pPr>
            <a:r>
              <a:rPr sz="1000" b="0">
                <a:solidFill>
                  <a:srgbClr val="333333"/>
                </a:solidFill>
                <a:latin typeface="BIZ UDPゴシック"/>
                <a:ea typeface="BIZ UDPゴシック"/>
                <a:cs typeface="BIZ UDPゴシック"/>
              </a:rPr>
              <a:t>別ライン・別拠点へ同じ構成で展開します</a:t>
            </a:r>
          </a:p>
        </p:txBody>
      </p:sp>
      <p:sp>
        <p:nvSpPr>
          <p:cNvPr id="8" name="Rounded Rectangle 7"/>
          <p:cNvSpPr/>
          <p:nvPr/>
        </p:nvSpPr>
        <p:spPr>
          <a:xfrm>
            <a:off x="4367631" y="1988819"/>
            <a:ext cx="3456432"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② 在場管理の検証</a:t>
            </a:r>
          </a:p>
        </p:txBody>
      </p:sp>
      <p:sp>
        <p:nvSpPr>
          <p:cNvPr id="9" name="Rounded Rectangle 8"/>
          <p:cNvSpPr/>
          <p:nvPr/>
        </p:nvSpPr>
        <p:spPr>
          <a:xfrm>
            <a:off x="4367631" y="2450592"/>
            <a:ext cx="3456432" cy="129844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400" b="1">
                <a:solidFill>
                  <a:srgbClr val="000000"/>
                </a:solidFill>
                <a:latin typeface="BIZ UDPゴシック"/>
                <a:ea typeface="BIZ UDPゴシック"/>
                <a:cs typeface="BIZ UDPゴシック"/>
              </a:rPr>
              <a:t>人のいるいないを検証する</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設計中のアプリ②を実機で動かします</a:t>
            </a:r>
          </a:p>
          <a:p>
            <a:pPr algn="ctr">
              <a:spcAft>
                <a:spcPts val="200"/>
              </a:spcAft>
            </a:pPr>
            <a:r>
              <a:rPr sz="1000" b="0">
                <a:solidFill>
                  <a:srgbClr val="333333"/>
                </a:solidFill>
                <a:latin typeface="BIZ UDPゴシック"/>
                <a:ea typeface="BIZ UDPゴシック"/>
                <a:cs typeface="BIZ UDPゴシック"/>
              </a:rPr>
              <a:t>在・不在の判定を現場で確認します</a:t>
            </a:r>
          </a:p>
        </p:txBody>
      </p:sp>
      <p:sp>
        <p:nvSpPr>
          <p:cNvPr id="10" name="Rounded Rectangle 9"/>
          <p:cNvSpPr/>
          <p:nvPr/>
        </p:nvSpPr>
        <p:spPr>
          <a:xfrm>
            <a:off x="8255203" y="1988819"/>
            <a:ext cx="3456432"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③ 用途の拡張</a:t>
            </a:r>
          </a:p>
        </p:txBody>
      </p:sp>
      <p:sp>
        <p:nvSpPr>
          <p:cNvPr id="11" name="Rounded Rectangle 10"/>
          <p:cNvSpPr/>
          <p:nvPr/>
        </p:nvSpPr>
        <p:spPr>
          <a:xfrm>
            <a:off x="8255203" y="2450592"/>
            <a:ext cx="3456432" cy="129844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400" b="1">
                <a:solidFill>
                  <a:srgbClr val="000000"/>
                </a:solidFill>
                <a:latin typeface="BIZ UDPゴシック"/>
                <a:ea typeface="BIZ UDPゴシック"/>
                <a:cs typeface="BIZ UDPゴシック"/>
              </a:rPr>
              <a:t>AMR・ロボットにも広げる</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AMR やロボットの稼働も同じ経路で記録</a:t>
            </a:r>
          </a:p>
          <a:p>
            <a:pPr algn="ctr">
              <a:spcAft>
                <a:spcPts val="200"/>
              </a:spcAft>
            </a:pPr>
            <a:r>
              <a:rPr sz="1000" b="0">
                <a:solidFill>
                  <a:srgbClr val="333333"/>
                </a:solidFill>
                <a:latin typeface="BIZ UDPゴシック"/>
                <a:ea typeface="BIZ UDPゴシック"/>
                <a:cs typeface="BIZ UDPゴシック"/>
              </a:rPr>
              <a:t>温度・振動など他のセンサも載せます</a:t>
            </a:r>
          </a:p>
        </p:txBody>
      </p:sp>
      <p:sp>
        <p:nvSpPr>
          <p:cNvPr id="12" name="Rectangle 11"/>
          <p:cNvSpPr/>
          <p:nvPr/>
        </p:nvSpPr>
        <p:spPr>
          <a:xfrm>
            <a:off x="480060" y="3931920"/>
            <a:ext cx="11231575" cy="18288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 y="3995928"/>
            <a:ext cx="10682935" cy="310896"/>
          </a:xfrm>
          <a:prstGeom prst="rect">
            <a:avLst/>
          </a:prstGeom>
          <a:noFill/>
        </p:spPr>
        <p:txBody>
          <a:bodyPr wrap="square" lIns="0" rIns="0" tIns="27432" bIns="27432" anchor="t">
            <a:spAutoFit/>
          </a:bodyPr>
          <a:lstStyle/>
          <a:p>
            <a:pPr algn="ctr">
              <a:spcAft>
                <a:spcPts val="200"/>
              </a:spcAft>
            </a:pPr>
            <a:r>
              <a:rPr sz="1400" b="1">
                <a:solidFill>
                  <a:srgbClr val="CC0000"/>
                </a:solidFill>
                <a:latin typeface="BIZ UDPゴシック"/>
                <a:ea typeface="BIZ UDPゴシック"/>
                <a:cs typeface="BIZ UDPゴシック"/>
              </a:rPr>
              <a:t>さらに先の展望：モバイル通信で、社内ネットワークの外へ</a:t>
            </a:r>
          </a:p>
        </p:txBody>
      </p:sp>
      <p:sp>
        <p:nvSpPr>
          <p:cNvPr id="14" name="TextBox 13"/>
          <p:cNvSpPr txBox="1"/>
          <p:nvPr/>
        </p:nvSpPr>
        <p:spPr>
          <a:xfrm>
            <a:off x="822960" y="4334256"/>
            <a:ext cx="4297680" cy="256032"/>
          </a:xfrm>
          <a:prstGeom prst="rect">
            <a:avLst/>
          </a:prstGeom>
          <a:noFill/>
        </p:spPr>
        <p:txBody>
          <a:bodyPr wrap="square" lIns="0" rIns="0" tIns="27432" bIns="27432" anchor="t">
            <a:spAutoFit/>
          </a:bodyPr>
          <a:lstStyle/>
          <a:p>
            <a:pPr algn="ctr">
              <a:spcAft>
                <a:spcPts val="200"/>
              </a:spcAft>
            </a:pPr>
            <a:r>
              <a:rPr sz="1000" b="1">
                <a:solidFill>
                  <a:srgbClr val="666666"/>
                </a:solidFill>
                <a:latin typeface="BIZ UDPゴシック"/>
                <a:ea typeface="BIZ UDPゴシック"/>
                <a:cs typeface="BIZ UDPゴシック"/>
              </a:rPr>
              <a:t>いま：社内ネットワークの中だけ</a:t>
            </a:r>
          </a:p>
        </p:txBody>
      </p:sp>
      <p:sp>
        <p:nvSpPr>
          <p:cNvPr id="15" name="TextBox 14"/>
          <p:cNvSpPr txBox="1"/>
          <p:nvPr/>
        </p:nvSpPr>
        <p:spPr>
          <a:xfrm>
            <a:off x="6035040" y="4334256"/>
            <a:ext cx="5303520" cy="256032"/>
          </a:xfrm>
          <a:prstGeom prst="rect">
            <a:avLst/>
          </a:prstGeom>
          <a:noFill/>
        </p:spPr>
        <p:txBody>
          <a:bodyPr wrap="square" lIns="0" rIns="0" tIns="27432" bIns="27432" anchor="t">
            <a:spAutoFit/>
          </a:bodyPr>
          <a:lstStyle/>
          <a:p>
            <a:pPr algn="ctr">
              <a:spcAft>
                <a:spcPts val="200"/>
              </a:spcAft>
            </a:pPr>
            <a:r>
              <a:rPr sz="1000" b="1">
                <a:solidFill>
                  <a:srgbClr val="000000"/>
                </a:solidFill>
                <a:latin typeface="BIZ UDPゴシック"/>
                <a:ea typeface="BIZ UDPゴシック"/>
                <a:cs typeface="BIZ UDPゴシック"/>
              </a:rPr>
              <a:t>モバイル通信を使えば</a:t>
            </a:r>
          </a:p>
        </p:txBody>
      </p:sp>
      <p:sp>
        <p:nvSpPr>
          <p:cNvPr id="16" name="Rounded Rectangle 15"/>
          <p:cNvSpPr/>
          <p:nvPr/>
        </p:nvSpPr>
        <p:spPr>
          <a:xfrm>
            <a:off x="822960" y="4608576"/>
            <a:ext cx="2560320" cy="80467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4754880"/>
            <a:ext cx="2304288" cy="420624"/>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0">
                <a:solidFill>
                  <a:srgbClr val="333333"/>
                </a:solidFill>
                <a:latin typeface="BIZ UDPゴシック"/>
                <a:ea typeface="BIZ UDPゴシック"/>
                <a:cs typeface="BIZ UDPゴシック"/>
              </a:rPr>
              <a:t>自社工場の設備</a:t>
            </a:r>
          </a:p>
        </p:txBody>
      </p:sp>
      <p:sp>
        <p:nvSpPr>
          <p:cNvPr id="18" name="&quot;No&quot; Symbol 17"/>
          <p:cNvSpPr/>
          <p:nvPr/>
        </p:nvSpPr>
        <p:spPr>
          <a:xfrm>
            <a:off x="3493008" y="4846320"/>
            <a:ext cx="237744" cy="237744"/>
          </a:xfrm>
          <a:prstGeom prst="noSmoking">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858768" y="4754880"/>
            <a:ext cx="1261872" cy="420624"/>
          </a:xfrm>
          <a:prstGeom prst="roundRect">
            <a:avLst>
              <a:gd name="adj" fmla="val 6000"/>
            </a:avLst>
          </a:prstGeom>
          <a:solidFill>
            <a:srgbClr val="E6E6E6"/>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58768" y="4791456"/>
            <a:ext cx="1261872" cy="347472"/>
          </a:xfrm>
          <a:prstGeom prst="rect">
            <a:avLst/>
          </a:prstGeom>
          <a:noFill/>
        </p:spPr>
        <p:txBody>
          <a:bodyPr wrap="square" lIns="0" rIns="0" tIns="27432" bIns="27432" anchor="ctr">
            <a:spAutoFit/>
          </a:bodyPr>
          <a:lstStyle/>
          <a:p>
            <a:pPr algn="ctr">
              <a:spcAft>
                <a:spcPts val="200"/>
              </a:spcAft>
            </a:pPr>
            <a:r>
              <a:rPr sz="1000" b="0">
                <a:solidFill>
                  <a:srgbClr val="666666"/>
                </a:solidFill>
                <a:latin typeface="BIZ UDPゴシック"/>
                <a:ea typeface="BIZ UDPゴシック"/>
                <a:cs typeface="BIZ UDPゴシック"/>
              </a:rPr>
              <a:t>協力会社</a:t>
            </a:r>
          </a:p>
        </p:txBody>
      </p:sp>
      <p:sp>
        <p:nvSpPr>
          <p:cNvPr id="21" name="Right Arrow 20"/>
          <p:cNvSpPr/>
          <p:nvPr/>
        </p:nvSpPr>
        <p:spPr>
          <a:xfrm>
            <a:off x="5303520" y="4828032"/>
            <a:ext cx="502920" cy="365760"/>
          </a:xfrm>
          <a:prstGeom prst="rightArrow">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035040" y="4608576"/>
            <a:ext cx="5303520" cy="80467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63056" y="4754880"/>
            <a:ext cx="1621536" cy="420624"/>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0">
                <a:solidFill>
                  <a:srgbClr val="333333"/>
                </a:solidFill>
                <a:latin typeface="BIZ UDPゴシック"/>
                <a:ea typeface="BIZ UDPゴシック"/>
                <a:cs typeface="BIZ UDPゴシック"/>
              </a:rPr>
              <a:t>自社工場</a:t>
            </a:r>
          </a:p>
        </p:txBody>
      </p:sp>
      <p:sp>
        <p:nvSpPr>
          <p:cNvPr id="24" name="Rounded Rectangle 23"/>
          <p:cNvSpPr/>
          <p:nvPr/>
        </p:nvSpPr>
        <p:spPr>
          <a:xfrm>
            <a:off x="7876032" y="4754880"/>
            <a:ext cx="1621536" cy="420624"/>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0">
                <a:solidFill>
                  <a:srgbClr val="333333"/>
                </a:solidFill>
                <a:latin typeface="BIZ UDPゴシック"/>
                <a:ea typeface="BIZ UDPゴシック"/>
                <a:cs typeface="BIZ UDPゴシック"/>
              </a:rPr>
              <a:t>協力会社</a:t>
            </a:r>
          </a:p>
        </p:txBody>
      </p:sp>
      <p:sp>
        <p:nvSpPr>
          <p:cNvPr id="25" name="Rounded Rectangle 24"/>
          <p:cNvSpPr/>
          <p:nvPr/>
        </p:nvSpPr>
        <p:spPr>
          <a:xfrm>
            <a:off x="9589008" y="4754880"/>
            <a:ext cx="1621536" cy="420624"/>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0">
                <a:solidFill>
                  <a:srgbClr val="333333"/>
                </a:solidFill>
                <a:latin typeface="BIZ UDPゴシック"/>
                <a:ea typeface="BIZ UDPゴシック"/>
                <a:cs typeface="BIZ UDPゴシック"/>
              </a:rPr>
              <a:t>屋外・遠隔地</a:t>
            </a:r>
          </a:p>
        </p:txBody>
      </p:sp>
      <p:sp>
        <p:nvSpPr>
          <p:cNvPr id="26" name="TextBox 25"/>
          <p:cNvSpPr txBox="1"/>
          <p:nvPr/>
        </p:nvSpPr>
        <p:spPr>
          <a:xfrm>
            <a:off x="754380" y="5468112"/>
            <a:ext cx="10682935" cy="256032"/>
          </a:xfrm>
          <a:prstGeom prst="rect">
            <a:avLst/>
          </a:prstGeom>
          <a:noFill/>
        </p:spPr>
        <p:txBody>
          <a:bodyPr wrap="square" lIns="0" rIns="0" tIns="27432" bIns="27432" anchor="t">
            <a:spAutoFit/>
          </a:bodyPr>
          <a:lstStyle/>
          <a:p>
            <a:pPr algn="ctr">
              <a:spcAft>
                <a:spcPts val="200"/>
              </a:spcAft>
            </a:pPr>
            <a:r>
              <a:rPr sz="1000" b="0">
                <a:solidFill>
                  <a:srgbClr val="333333"/>
                </a:solidFill>
                <a:latin typeface="BIZ UDPゴシック"/>
                <a:ea typeface="BIZ UDPゴシック"/>
                <a:cs typeface="BIZ UDPゴシック"/>
              </a:rPr>
              <a:t>協力会社の設備も、同じ仕組みで稼働状況が見えるようになります</a:t>
            </a:r>
          </a:p>
        </p:txBody>
      </p:sp>
      <p:sp>
        <p:nvSpPr>
          <p:cNvPr id="27" name="TextBox 26"/>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実施時期は、今後の設備計画に合わせて調整します。いまの構成のまま、子Piを足せば対象を、親を足せば拠点を広げられます。</a:t>
            </a:r>
          </a:p>
        </p:txBody>
      </p:sp>
      <p:sp>
        <p:nvSpPr>
          <p:cNvPr id="28"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BIZ UDPゴシック"/>
                <a:ea typeface="BIZ UDPゴシック"/>
                <a:cs typeface="BIZ UDPゴシック"/>
              </a:rPr>
              <a:t>台数の上限、通信方式の考え方、SpiderLink との関係、運用と機器コスト</a:t>
            </a:r>
          </a:p>
        </p:txBody>
      </p:sp>
      <p:sp>
        <p:nvSpPr>
          <p:cNvPr id="3" name="Title 2"/>
          <p:cNvSpPr>
            <a:spLocks noGrp="1"/>
          </p:cNvSpPr>
          <p:nvPr>
            <p:ph type="title"/>
          </p:nvPr>
        </p:nvSpPr>
        <p:spPr/>
        <p:txBody>
          <a:bodyPr/>
          <a:lstStyle/>
          <a:p>
            <a:r>
              <a:rPr>
                <a:latin typeface="BIZ UDPゴシック"/>
                <a:ea typeface="BIZ UDPゴシック"/>
                <a:cs typeface="BIZ UDPゴシック"/>
              </a:rPr>
              <a:t>参考資料</a:t>
            </a:r>
          </a:p>
        </p:txBody>
      </p:sp>
      <p:sp>
        <p:nvSpPr>
          <p:cNvPr id="5" name="auto-5">
            <a:extLst>
              <a:ext uri="{FF2B5EF4-FFF2-40B4-BE49-F238E27FC236}">
                <a16:creationId xmlns:a16="http://schemas.microsoft.com/office/drawing/2014/main" id="{01BDC6F6-F5FF-F987-9F82-276AD456056E}"/>
              </a:ext>
            </a:extLst>
          </p:cNvPr>
          <p:cNvSpPr>
            <a:spLocks noGrp="1"/>
          </p:cNvSpPr>
          <p:nvPr>
            <p:ph type="sldNum" sz="quarter" idx="12"/>
          </p:nvPr>
        </p:nvSpPr>
        <p:spPr/>
        <p:txBody>
          <a:bodyPr/>
          <a:lstStyle/>
          <a:p>
            <a:fld id="{D86BB799-6FD0-46CC-BD23-123A9802B36E}" type="slidenum">
              <a:rPr kumimoji="1" lang="ja-JP" altLang="en-US" smtClean="0"/>
              <a:t>‹#›</a:t>
            </a:fld>
            <a:endParaRPr kumimoji="1" lang="ja-JP" altLang="en-US"/>
          </a:p>
        </p:txBody>
      </p:sp>
      <p:sp>
        <p:nvSpPr>
          <p:cNvPr id="7"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上限を決めるのは無線の同時接続数です。書き込み速度とIPには余裕があります</a:t>
            </a:r>
          </a:p>
        </p:txBody>
      </p:sp>
      <p:sp>
        <p:nvSpPr>
          <p:cNvPr id="3" name="Title 2"/>
          <p:cNvSpPr>
            <a:spLocks noGrp="1"/>
          </p:cNvSpPr>
          <p:nvPr>
            <p:ph type="title"/>
          </p:nvPr>
        </p:nvSpPr>
        <p:spPr/>
        <p:txBody>
          <a:bodyPr/>
          <a:lstStyle/>
          <a:p>
            <a:r>
              <a:rPr>
                <a:latin typeface="BIZ UDPゴシック"/>
                <a:ea typeface="BIZ UDPゴシック"/>
                <a:cs typeface="BIZ UDPゴシック"/>
              </a:rPr>
              <a:t>何台まで繋げられるか</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TextBox 5"/>
          <p:cNvSpPr txBox="1"/>
          <p:nvPr/>
        </p:nvSpPr>
        <p:spPr>
          <a:xfrm>
            <a:off x="480060" y="1988819"/>
            <a:ext cx="11231575"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① 設計上は台数を制限していません</a:t>
            </a:r>
          </a:p>
        </p:txBody>
      </p:sp>
      <p:sp>
        <p:nvSpPr>
          <p:cNvPr id="7" name="Rounded Rectangle 6"/>
          <p:cNvSpPr/>
          <p:nvPr/>
        </p:nvSpPr>
        <p:spPr>
          <a:xfrm>
            <a:off x="480060" y="2359152"/>
            <a:ext cx="3456432"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MQTT ブローカー</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同時接続数の上限は設定していません（既定は無制限）</a:t>
            </a:r>
          </a:p>
        </p:txBody>
      </p:sp>
      <p:sp>
        <p:nvSpPr>
          <p:cNvPr id="8" name="Rounded Rectangle 7"/>
          <p:cNvSpPr/>
          <p:nvPr/>
        </p:nvSpPr>
        <p:spPr>
          <a:xfrm>
            <a:off x="4367631" y="2359152"/>
            <a:ext cx="3456432"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重複しない</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event_id は「機器名＋行の中身」から決まるので、何台でも衝突しません</a:t>
            </a:r>
          </a:p>
        </p:txBody>
      </p:sp>
      <p:sp>
        <p:nvSpPr>
          <p:cNvPr id="9" name="Rounded Rectangle 8"/>
          <p:cNvSpPr/>
          <p:nvPr/>
        </p:nvSpPr>
        <p:spPr>
          <a:xfrm>
            <a:off x="8255203" y="2359152"/>
            <a:ext cx="3456432"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条件は台数ではない</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拠点・ライン・工程の三つ組が一意であることだけが条件です</a:t>
            </a:r>
          </a:p>
        </p:txBody>
      </p:sp>
      <p:sp>
        <p:nvSpPr>
          <p:cNvPr id="10" name="Rectangle 9"/>
          <p:cNvSpPr/>
          <p:nvPr/>
        </p:nvSpPr>
        <p:spPr>
          <a:xfrm>
            <a:off x="480060" y="3529584"/>
            <a:ext cx="11231575" cy="18288"/>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 y="3621024"/>
            <a:ext cx="11231575"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② 実務上の上限を決めるもの（効いてくる順）</a:t>
            </a:r>
          </a:p>
        </p:txBody>
      </p:sp>
      <p:sp>
        <p:nvSpPr>
          <p:cNvPr id="12" name="Rounded Rectangle 11"/>
          <p:cNvSpPr/>
          <p:nvPr/>
        </p:nvSpPr>
        <p:spPr>
          <a:xfrm>
            <a:off x="480060" y="4005072"/>
            <a:ext cx="11231575" cy="402336"/>
          </a:xfrm>
          <a:prstGeom prst="roundRect">
            <a:avLst>
              <a:gd name="adj" fmla="val 6000"/>
            </a:avLst>
          </a:prstGeom>
          <a:solidFill>
            <a:srgbClr val="E6E6E6"/>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 y="4041648"/>
            <a:ext cx="3657600" cy="329184"/>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1. 無線APの同時接続数</a:t>
            </a:r>
          </a:p>
        </p:txBody>
      </p:sp>
      <p:sp>
        <p:nvSpPr>
          <p:cNvPr id="14" name="TextBox 13"/>
          <p:cNvSpPr txBox="1"/>
          <p:nvPr/>
        </p:nvSpPr>
        <p:spPr>
          <a:xfrm>
            <a:off x="4411980" y="4041648"/>
            <a:ext cx="2011680" cy="329184"/>
          </a:xfrm>
          <a:prstGeom prst="rect">
            <a:avLst/>
          </a:prstGeom>
          <a:noFill/>
        </p:spPr>
        <p:txBody>
          <a:bodyPr wrap="square" lIns="0" rIns="0" tIns="27432" bIns="27432" anchor="ctr">
            <a:spAutoFit/>
          </a:bodyPr>
          <a:lstStyle/>
          <a:p>
            <a:pPr algn="ctr">
              <a:spcAft>
                <a:spcPts val="200"/>
              </a:spcAft>
            </a:pPr>
            <a:r>
              <a:rPr sz="1400" b="1">
                <a:solidFill>
                  <a:srgbClr val="CC0000"/>
                </a:solidFill>
                <a:latin typeface="BIZ UDPゴシック"/>
                <a:ea typeface="BIZ UDPゴシック"/>
                <a:cs typeface="BIZ UDPゴシック"/>
              </a:rPr>
              <a:t>未計測</a:t>
            </a:r>
          </a:p>
        </p:txBody>
      </p:sp>
      <p:sp>
        <p:nvSpPr>
          <p:cNvPr id="15" name="TextBox 14"/>
          <p:cNvSpPr txBox="1"/>
          <p:nvPr/>
        </p:nvSpPr>
        <p:spPr>
          <a:xfrm>
            <a:off x="6606540" y="4041648"/>
            <a:ext cx="4940503" cy="329184"/>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USBドングルのドライバ依存。ここが実質の天井です</a:t>
            </a:r>
          </a:p>
        </p:txBody>
      </p:sp>
      <p:sp>
        <p:nvSpPr>
          <p:cNvPr id="16" name="Rounded Rectangle 15"/>
          <p:cNvSpPr/>
          <p:nvPr/>
        </p:nvSpPr>
        <p:spPr>
          <a:xfrm>
            <a:off x="480060" y="4453128"/>
            <a:ext cx="11231575" cy="402336"/>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 y="4489704"/>
            <a:ext cx="3657600" cy="329184"/>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2. IP アドレス</a:t>
            </a:r>
          </a:p>
        </p:txBody>
      </p:sp>
      <p:sp>
        <p:nvSpPr>
          <p:cNvPr id="18" name="TextBox 17"/>
          <p:cNvSpPr txBox="1"/>
          <p:nvPr/>
        </p:nvSpPr>
        <p:spPr>
          <a:xfrm>
            <a:off x="4411980" y="4489704"/>
            <a:ext cx="2011680" cy="329184"/>
          </a:xfrm>
          <a:prstGeom prst="rect">
            <a:avLst/>
          </a:prstGeom>
          <a:noFill/>
        </p:spPr>
        <p:txBody>
          <a:bodyPr wrap="square" lIns="0" rIns="0" tIns="27432" bIns="27432" anchor="ctr">
            <a:spAutoFit/>
          </a:bodyPr>
          <a:lstStyle/>
          <a:p>
            <a:pPr algn="ctr">
              <a:spcAft>
                <a:spcPts val="200"/>
              </a:spcAft>
            </a:pPr>
            <a:r>
              <a:rPr sz="1400" b="1">
                <a:solidFill>
                  <a:srgbClr val="000000"/>
                </a:solidFill>
                <a:latin typeface="BIZ UDPゴシック"/>
                <a:ea typeface="BIZ UDPゴシック"/>
                <a:cs typeface="BIZ UDPゴシック"/>
              </a:rPr>
              <a:t>245 台</a:t>
            </a:r>
          </a:p>
        </p:txBody>
      </p:sp>
      <p:sp>
        <p:nvSpPr>
          <p:cNvPr id="19" name="TextBox 18"/>
          <p:cNvSpPr txBox="1"/>
          <p:nvPr/>
        </p:nvSpPr>
        <p:spPr>
          <a:xfrm>
            <a:off x="6606540" y="4489704"/>
            <a:ext cx="4940503" cy="329184"/>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10.42.0.0/24。DHCP 配布は 10.42.0.10〜.254</a:t>
            </a:r>
          </a:p>
        </p:txBody>
      </p:sp>
      <p:sp>
        <p:nvSpPr>
          <p:cNvPr id="20" name="Rounded Rectangle 19"/>
          <p:cNvSpPr/>
          <p:nvPr/>
        </p:nvSpPr>
        <p:spPr>
          <a:xfrm>
            <a:off x="480060" y="4901183"/>
            <a:ext cx="11231575" cy="402336"/>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 y="4937759"/>
            <a:ext cx="3657600" cy="329184"/>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3. hint DB への書き込み</a:t>
            </a:r>
          </a:p>
        </p:txBody>
      </p:sp>
      <p:sp>
        <p:nvSpPr>
          <p:cNvPr id="22" name="TextBox 21"/>
          <p:cNvSpPr txBox="1"/>
          <p:nvPr/>
        </p:nvSpPr>
        <p:spPr>
          <a:xfrm>
            <a:off x="4411980" y="4937759"/>
            <a:ext cx="2011680" cy="329184"/>
          </a:xfrm>
          <a:prstGeom prst="rect">
            <a:avLst/>
          </a:prstGeom>
          <a:noFill/>
        </p:spPr>
        <p:txBody>
          <a:bodyPr wrap="square" lIns="0" rIns="0" tIns="27432" bIns="27432" anchor="ctr">
            <a:spAutoFit/>
          </a:bodyPr>
          <a:lstStyle/>
          <a:p>
            <a:pPr algn="ctr">
              <a:spcAft>
                <a:spcPts val="200"/>
              </a:spcAft>
            </a:pPr>
            <a:r>
              <a:rPr sz="1400" b="1">
                <a:solidFill>
                  <a:srgbClr val="000000"/>
                </a:solidFill>
                <a:latin typeface="BIZ UDPゴシック"/>
                <a:ea typeface="BIZ UDPゴシック"/>
                <a:cs typeface="BIZ UDPゴシック"/>
              </a:rPr>
              <a:t>毎分 約850件</a:t>
            </a:r>
          </a:p>
        </p:txBody>
      </p:sp>
      <p:sp>
        <p:nvSpPr>
          <p:cNvPr id="23" name="TextBox 22"/>
          <p:cNvSpPr txBox="1"/>
          <p:nvPr/>
        </p:nvSpPr>
        <p:spPr>
          <a:xfrm>
            <a:off x="6606540" y="4937759"/>
            <a:ext cx="4940503" cy="329184"/>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1件ずつ直列送信。実測レイテンシ 68ms からの試算</a:t>
            </a:r>
          </a:p>
        </p:txBody>
      </p:sp>
      <p:sp>
        <p:nvSpPr>
          <p:cNvPr id="24" name="Rounded Rectangle 23"/>
          <p:cNvSpPr/>
          <p:nvPr/>
        </p:nvSpPr>
        <p:spPr>
          <a:xfrm>
            <a:off x="480060" y="5349240"/>
            <a:ext cx="11231575" cy="402336"/>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 y="5385816"/>
            <a:ext cx="3657600" cy="329184"/>
          </a:xfrm>
          <a:prstGeom prst="rect">
            <a:avLst/>
          </a:prstGeom>
          <a:noFill/>
        </p:spPr>
        <p:txBody>
          <a:bodyPr wrap="square" lIns="0" rIns="0" tIns="27432" bIns="27432" anchor="ctr">
            <a:spAutoFit/>
          </a:bodyPr>
          <a:lstStyle/>
          <a:p>
            <a:pPr algn="l">
              <a:spcAft>
                <a:spcPts val="200"/>
              </a:spcAft>
            </a:pPr>
            <a:r>
              <a:rPr sz="1200" b="1">
                <a:solidFill>
                  <a:srgbClr val="000000"/>
                </a:solidFill>
                <a:latin typeface="BIZ UDPゴシック"/>
                <a:ea typeface="BIZ UDPゴシック"/>
                <a:cs typeface="BIZ UDPゴシック"/>
              </a:rPr>
              <a:t>4. 控えの容量</a:t>
            </a:r>
          </a:p>
        </p:txBody>
      </p:sp>
      <p:sp>
        <p:nvSpPr>
          <p:cNvPr id="26" name="TextBox 25"/>
          <p:cNvSpPr txBox="1"/>
          <p:nvPr/>
        </p:nvSpPr>
        <p:spPr>
          <a:xfrm>
            <a:off x="4411980" y="5385816"/>
            <a:ext cx="2011680" cy="329184"/>
          </a:xfrm>
          <a:prstGeom prst="rect">
            <a:avLst/>
          </a:prstGeom>
          <a:noFill/>
        </p:spPr>
        <p:txBody>
          <a:bodyPr wrap="square" lIns="0" rIns="0" tIns="27432" bIns="27432" anchor="ctr">
            <a:spAutoFit/>
          </a:bodyPr>
          <a:lstStyle/>
          <a:p>
            <a:pPr algn="ctr">
              <a:spcAft>
                <a:spcPts val="200"/>
              </a:spcAft>
            </a:pPr>
            <a:r>
              <a:rPr sz="1400" b="1">
                <a:solidFill>
                  <a:srgbClr val="000000"/>
                </a:solidFill>
                <a:latin typeface="BIZ UDPゴシック"/>
                <a:ea typeface="BIZ UDPゴシック"/>
                <a:cs typeface="BIZ UDPゴシック"/>
              </a:rPr>
              <a:t>10 万件</a:t>
            </a:r>
          </a:p>
        </p:txBody>
      </p:sp>
      <p:sp>
        <p:nvSpPr>
          <p:cNvPr id="27" name="TextBox 26"/>
          <p:cNvSpPr txBox="1"/>
          <p:nvPr/>
        </p:nvSpPr>
        <p:spPr>
          <a:xfrm>
            <a:off x="6606540" y="5385816"/>
            <a:ext cx="4940503" cy="329184"/>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inbox.max_rows の設定値。超えると古いものから破棄</a:t>
            </a:r>
          </a:p>
        </p:txBody>
      </p:sp>
      <p:sp>
        <p:nvSpPr>
          <p:cNvPr id="28" name="TextBox 27"/>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信号灯の状態変化は1台あたり毎分数回程度です。50台つないでも毎分数百件で、書き込みは律速になりません。</a:t>
            </a:r>
          </a:p>
        </p:txBody>
      </p:sp>
      <p:sp>
        <p:nvSpPr>
          <p:cNvPr id="29"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親Piの控えはすでにDBです。違いは、子から親への運び方だけです</a:t>
            </a:r>
          </a:p>
        </p:txBody>
      </p:sp>
      <p:sp>
        <p:nvSpPr>
          <p:cNvPr id="3" name="Title 2"/>
          <p:cNvSpPr>
            <a:spLocks noGrp="1"/>
          </p:cNvSpPr>
          <p:nvPr>
            <p:ph type="title"/>
          </p:nvPr>
        </p:nvSpPr>
        <p:spPr/>
        <p:txBody>
          <a:bodyPr/>
          <a:lstStyle/>
          <a:p>
            <a:r>
              <a:rPr>
                <a:latin typeface="BIZ UDPゴシック"/>
                <a:ea typeface="BIZ UDPゴシック"/>
                <a:cs typeface="BIZ UDPゴシック"/>
              </a:rPr>
              <a:t>なぜ MQTT で運ぶのか</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TextBox 5"/>
          <p:cNvSpPr txBox="1"/>
          <p:nvPr/>
        </p:nvSpPr>
        <p:spPr>
          <a:xfrm>
            <a:off x="480060" y="1988819"/>
            <a:ext cx="11231575"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① 「MQTT か DB か」ではありません</a:t>
            </a:r>
          </a:p>
        </p:txBody>
      </p:sp>
      <p:sp>
        <p:nvSpPr>
          <p:cNvPr id="7" name="Rounded Rectangle 6"/>
          <p:cNvSpPr/>
          <p:nvPr/>
        </p:nvSpPr>
        <p:spPr>
          <a:xfrm>
            <a:off x="2711196" y="2615184"/>
            <a:ext cx="1463040" cy="56692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子ラズパイ</a:t>
            </a:r>
          </a:p>
        </p:txBody>
      </p:sp>
      <p:sp>
        <p:nvSpPr>
          <p:cNvPr id="8" name="Rounded Rectangle 7"/>
          <p:cNvSpPr/>
          <p:nvPr/>
        </p:nvSpPr>
        <p:spPr>
          <a:xfrm>
            <a:off x="4722876" y="2542032"/>
            <a:ext cx="2377440" cy="71323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親ラズパイ</a:t>
            </a:r>
          </a:p>
          <a:p>
            <a:pPr algn="ctr">
              <a:spcAft>
                <a:spcPts val="200"/>
              </a:spcAft>
            </a:pPr>
            <a:r>
              <a:rPr sz="1000" b="0">
                <a:solidFill>
                  <a:srgbClr val="333333"/>
                </a:solidFill>
                <a:latin typeface="BIZ UDPゴシック"/>
                <a:ea typeface="BIZ UDPゴシック"/>
                <a:cs typeface="BIZ UDPゴシック"/>
              </a:rPr>
              <a:t>控え（SQLite）</a:t>
            </a:r>
          </a:p>
        </p:txBody>
      </p:sp>
      <p:sp>
        <p:nvSpPr>
          <p:cNvPr id="9" name="Rounded Rectangle 8"/>
          <p:cNvSpPr/>
          <p:nvPr/>
        </p:nvSpPr>
        <p:spPr>
          <a:xfrm>
            <a:off x="7648956" y="2615184"/>
            <a:ext cx="1828800" cy="566928"/>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hint DB</a:t>
            </a:r>
          </a:p>
        </p:txBody>
      </p:sp>
      <p:cxnSp>
        <p:nvCxnSpPr>
          <p:cNvPr id="10" name="Connector 9"/>
          <p:cNvCxnSpPr/>
          <p:nvPr/>
        </p:nvCxnSpPr>
        <p:spPr>
          <a:xfrm>
            <a:off x="4229100" y="2898648"/>
            <a:ext cx="347472"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4567428" y="2825496"/>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64508" y="2615184"/>
            <a:ext cx="768096" cy="237744"/>
          </a:xfrm>
          <a:prstGeom prst="rect">
            <a:avLst/>
          </a:prstGeom>
          <a:noFill/>
        </p:spPr>
        <p:txBody>
          <a:bodyPr wrap="square" lIns="0" rIns="0" tIns="27432" bIns="27432" anchor="t">
            <a:spAutoFit/>
          </a:bodyPr>
          <a:lstStyle/>
          <a:p>
            <a:pPr algn="ctr">
              <a:spcAft>
                <a:spcPts val="200"/>
              </a:spcAft>
            </a:pPr>
            <a:r>
              <a:rPr sz="900" b="1">
                <a:solidFill>
                  <a:srgbClr val="666666"/>
                </a:solidFill>
                <a:latin typeface="BIZ UDPゴシック"/>
                <a:ea typeface="BIZ UDPゴシック"/>
                <a:cs typeface="BIZ UDPゴシック"/>
              </a:rPr>
              <a:t>MQTT</a:t>
            </a:r>
          </a:p>
        </p:txBody>
      </p:sp>
      <p:cxnSp>
        <p:nvCxnSpPr>
          <p:cNvPr id="13" name="Connector 12"/>
          <p:cNvCxnSpPr/>
          <p:nvPr/>
        </p:nvCxnSpPr>
        <p:spPr>
          <a:xfrm>
            <a:off x="7155179" y="2898648"/>
            <a:ext cx="347473" cy="0"/>
          </a:xfrm>
          <a:prstGeom prst="line">
            <a:avLst/>
          </a:prstGeom>
          <a:ln w="15875">
            <a:solidFill>
              <a:srgbClr val="808080"/>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5400000">
            <a:off x="7493508" y="2825496"/>
            <a:ext cx="164592" cy="146304"/>
          </a:xfrm>
          <a:prstGeom prst="triangl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0588" y="2615184"/>
            <a:ext cx="768096" cy="237744"/>
          </a:xfrm>
          <a:prstGeom prst="rect">
            <a:avLst/>
          </a:prstGeom>
          <a:noFill/>
        </p:spPr>
        <p:txBody>
          <a:bodyPr wrap="square" lIns="0" rIns="0" tIns="27432" bIns="27432" anchor="t">
            <a:spAutoFit/>
          </a:bodyPr>
          <a:lstStyle/>
          <a:p>
            <a:pPr algn="ctr">
              <a:spcAft>
                <a:spcPts val="200"/>
              </a:spcAft>
            </a:pPr>
            <a:r>
              <a:rPr sz="900" b="1">
                <a:solidFill>
                  <a:srgbClr val="666666"/>
                </a:solidFill>
                <a:latin typeface="BIZ UDPゴシック"/>
                <a:ea typeface="BIZ UDPゴシック"/>
                <a:cs typeface="BIZ UDPゴシック"/>
              </a:rPr>
              <a:t>JDBC</a:t>
            </a:r>
          </a:p>
        </p:txBody>
      </p:sp>
      <p:sp>
        <p:nvSpPr>
          <p:cNvPr id="16" name="TextBox 15"/>
          <p:cNvSpPr txBox="1"/>
          <p:nvPr/>
        </p:nvSpPr>
        <p:spPr>
          <a:xfrm>
            <a:off x="3840480" y="3218688"/>
            <a:ext cx="1188720" cy="256032"/>
          </a:xfrm>
          <a:prstGeom prst="rect">
            <a:avLst/>
          </a:prstGeom>
          <a:noFill/>
        </p:spPr>
        <p:txBody>
          <a:bodyPr wrap="square" lIns="0" rIns="0" tIns="27432" bIns="27432" anchor="t">
            <a:spAutoFit/>
          </a:bodyPr>
          <a:lstStyle/>
          <a:p>
            <a:pPr algn="ctr">
              <a:spcAft>
                <a:spcPts val="200"/>
              </a:spcAft>
            </a:pPr>
            <a:r>
              <a:rPr sz="1000" b="1">
                <a:solidFill>
                  <a:srgbClr val="CC0000"/>
                </a:solidFill>
                <a:latin typeface="BIZ UDPゴシック"/>
                <a:ea typeface="BIZ UDPゴシック"/>
                <a:cs typeface="BIZ UDPゴシック"/>
              </a:rPr>
              <a:t>＝ 運び方</a:t>
            </a:r>
          </a:p>
        </p:txBody>
      </p:sp>
      <p:sp>
        <p:nvSpPr>
          <p:cNvPr id="17" name="TextBox 16"/>
          <p:cNvSpPr txBox="1"/>
          <p:nvPr/>
        </p:nvSpPr>
        <p:spPr>
          <a:xfrm>
            <a:off x="4722876" y="3310128"/>
            <a:ext cx="2377440" cy="256032"/>
          </a:xfrm>
          <a:prstGeom prst="rect">
            <a:avLst/>
          </a:prstGeom>
          <a:noFill/>
        </p:spPr>
        <p:txBody>
          <a:bodyPr wrap="square" lIns="0" rIns="0" tIns="27432" bIns="27432" anchor="t">
            <a:spAutoFit/>
          </a:bodyPr>
          <a:lstStyle/>
          <a:p>
            <a:pPr algn="ctr">
              <a:spcAft>
                <a:spcPts val="200"/>
              </a:spcAft>
            </a:pPr>
            <a:r>
              <a:rPr sz="1000" b="0">
                <a:solidFill>
                  <a:srgbClr val="666666"/>
                </a:solidFill>
                <a:latin typeface="BIZ UDPゴシック"/>
                <a:ea typeface="BIZ UDPゴシック"/>
                <a:cs typeface="BIZ UDPゴシック"/>
              </a:rPr>
              <a:t>＝ 置き場所。すでにDB</a:t>
            </a:r>
          </a:p>
        </p:txBody>
      </p:sp>
      <p:sp>
        <p:nvSpPr>
          <p:cNvPr id="18" name="Rectangle 17"/>
          <p:cNvSpPr/>
          <p:nvPr/>
        </p:nvSpPr>
        <p:spPr>
          <a:xfrm>
            <a:off x="480060" y="3621024"/>
            <a:ext cx="11231575" cy="18288"/>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 y="3694176"/>
            <a:ext cx="11231575"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② 運び方を変えると、何が違うか</a:t>
            </a:r>
          </a:p>
        </p:txBody>
      </p:sp>
      <p:sp>
        <p:nvSpPr>
          <p:cNvPr id="20" name="Rounded Rectangle 19"/>
          <p:cNvSpPr/>
          <p:nvPr/>
        </p:nvSpPr>
        <p:spPr>
          <a:xfrm>
            <a:off x="480060" y="4041648"/>
            <a:ext cx="2194560" cy="292608"/>
          </a:xfrm>
          <a:prstGeom prst="roundRect">
            <a:avLst>
              <a:gd name="adj" fmla="val 6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1">
                <a:solidFill>
                  <a:srgbClr val="FFFFFF"/>
                </a:solidFill>
                <a:latin typeface="BIZ UDPゴシック"/>
                <a:ea typeface="BIZ UDPゴシック"/>
                <a:cs typeface="BIZ UDPゴシック"/>
              </a:rPr>
              <a:t>観点</a:t>
            </a:r>
          </a:p>
        </p:txBody>
      </p:sp>
      <p:sp>
        <p:nvSpPr>
          <p:cNvPr id="21" name="Rounded Rectangle 20"/>
          <p:cNvSpPr/>
          <p:nvPr/>
        </p:nvSpPr>
        <p:spPr>
          <a:xfrm>
            <a:off x="2793492" y="4041648"/>
            <a:ext cx="4206240" cy="292608"/>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1">
                <a:solidFill>
                  <a:srgbClr val="FFFFFF"/>
                </a:solidFill>
                <a:latin typeface="BIZ UDPゴシック"/>
                <a:ea typeface="BIZ UDPゴシック"/>
                <a:cs typeface="BIZ UDPゴシック"/>
              </a:rPr>
              <a:t>いま：MQTT で運ぶ</a:t>
            </a:r>
          </a:p>
        </p:txBody>
      </p:sp>
      <p:sp>
        <p:nvSpPr>
          <p:cNvPr id="22" name="Rounded Rectangle 21"/>
          <p:cNvSpPr/>
          <p:nvPr/>
        </p:nvSpPr>
        <p:spPr>
          <a:xfrm>
            <a:off x="7118604" y="4041648"/>
            <a:ext cx="4593031" cy="292608"/>
          </a:xfrm>
          <a:prstGeom prst="roundRect">
            <a:avLst>
              <a:gd name="adj" fmla="val 6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000" b="1">
                <a:solidFill>
                  <a:srgbClr val="FFFFFF"/>
                </a:solidFill>
                <a:latin typeface="BIZ UDPゴシック"/>
                <a:ea typeface="BIZ UDPゴシック"/>
                <a:cs typeface="BIZ UDPゴシック"/>
              </a:rPr>
              <a:t>親にDBサーバを立てる場合</a:t>
            </a:r>
          </a:p>
        </p:txBody>
      </p:sp>
      <p:sp>
        <p:nvSpPr>
          <p:cNvPr id="23" name="Rectangle 22"/>
          <p:cNvSpPr/>
          <p:nvPr/>
        </p:nvSpPr>
        <p:spPr>
          <a:xfrm>
            <a:off x="480060" y="4389120"/>
            <a:ext cx="11231575" cy="310896"/>
          </a:xfrm>
          <a:prstGeom prst="rect">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076" y="4407407"/>
            <a:ext cx="2011679" cy="274320"/>
          </a:xfrm>
          <a:prstGeom prst="rect">
            <a:avLst/>
          </a:prstGeom>
          <a:noFill/>
        </p:spPr>
        <p:txBody>
          <a:bodyPr wrap="square" lIns="0" rIns="0" tIns="27432" bIns="27432" anchor="ctr">
            <a:spAutoFit/>
          </a:bodyPr>
          <a:lstStyle/>
          <a:p>
            <a:pPr algn="l">
              <a:spcAft>
                <a:spcPts val="200"/>
              </a:spcAft>
            </a:pPr>
            <a:r>
              <a:rPr sz="1000" b="1">
                <a:solidFill>
                  <a:srgbClr val="333333"/>
                </a:solidFill>
                <a:latin typeface="BIZ UDPゴシック"/>
                <a:ea typeface="BIZ UDPゴシック"/>
                <a:cs typeface="BIZ UDPゴシック"/>
              </a:rPr>
              <a:t>子Pi側に要るもの</a:t>
            </a:r>
          </a:p>
        </p:txBody>
      </p:sp>
      <p:sp>
        <p:nvSpPr>
          <p:cNvPr id="25" name="TextBox 24"/>
          <p:cNvSpPr txBox="1"/>
          <p:nvPr/>
        </p:nvSpPr>
        <p:spPr>
          <a:xfrm>
            <a:off x="2921508" y="4407407"/>
            <a:ext cx="4023359" cy="274320"/>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paho-mqtt だけ。Pi Zero 2 W でも軽い</a:t>
            </a:r>
          </a:p>
        </p:txBody>
      </p:sp>
      <p:sp>
        <p:nvSpPr>
          <p:cNvPr id="26" name="TextBox 25"/>
          <p:cNvSpPr txBox="1"/>
          <p:nvPr/>
        </p:nvSpPr>
        <p:spPr>
          <a:xfrm>
            <a:off x="7246620" y="4407407"/>
            <a:ext cx="4410151" cy="274320"/>
          </a:xfrm>
          <a:prstGeom prst="rect">
            <a:avLst/>
          </a:prstGeom>
          <a:noFill/>
        </p:spPr>
        <p:txBody>
          <a:bodyPr wrap="square" lIns="0" rIns="0" tIns="27432" bIns="27432" anchor="ctr">
            <a:spAutoFit/>
          </a:bodyPr>
          <a:lstStyle/>
          <a:p>
            <a:pPr algn="l">
              <a:spcAft>
                <a:spcPts val="200"/>
              </a:spcAft>
            </a:pPr>
            <a:r>
              <a:rPr sz="1000" b="0">
                <a:solidFill>
                  <a:srgbClr val="666666"/>
                </a:solidFill>
                <a:latin typeface="BIZ UDPゴシック"/>
                <a:ea typeface="BIZ UDPゴシック"/>
                <a:cs typeface="BIZ UDPゴシック"/>
              </a:rPr>
              <a:t>DBドライバと接続情報を持たせる</a:t>
            </a:r>
          </a:p>
        </p:txBody>
      </p:sp>
      <p:sp>
        <p:nvSpPr>
          <p:cNvPr id="27" name="Rectangle 26"/>
          <p:cNvSpPr/>
          <p:nvPr/>
        </p:nvSpPr>
        <p:spPr>
          <a:xfrm>
            <a:off x="480060" y="4736592"/>
            <a:ext cx="11231575" cy="310896"/>
          </a:xfrm>
          <a:prstGeom prst="rect">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8076" y="4754879"/>
            <a:ext cx="2011679" cy="274320"/>
          </a:xfrm>
          <a:prstGeom prst="rect">
            <a:avLst/>
          </a:prstGeom>
          <a:noFill/>
        </p:spPr>
        <p:txBody>
          <a:bodyPr wrap="square" lIns="0" rIns="0" tIns="27432" bIns="27432" anchor="ctr">
            <a:spAutoFit/>
          </a:bodyPr>
          <a:lstStyle/>
          <a:p>
            <a:pPr algn="l">
              <a:spcAft>
                <a:spcPts val="200"/>
              </a:spcAft>
            </a:pPr>
            <a:r>
              <a:rPr sz="1000" b="1">
                <a:solidFill>
                  <a:srgbClr val="333333"/>
                </a:solidFill>
                <a:latin typeface="BIZ UDPゴシック"/>
                <a:ea typeface="BIZ UDPゴシック"/>
                <a:cs typeface="BIZ UDPゴシック"/>
              </a:rPr>
              <a:t>親Pi側に要るもの</a:t>
            </a:r>
          </a:p>
        </p:txBody>
      </p:sp>
      <p:sp>
        <p:nvSpPr>
          <p:cNvPr id="29" name="TextBox 28"/>
          <p:cNvSpPr txBox="1"/>
          <p:nvPr/>
        </p:nvSpPr>
        <p:spPr>
          <a:xfrm>
            <a:off x="2921508" y="4754879"/>
            <a:ext cx="4023359" cy="274320"/>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mosquitto。人検知ですでに動いている</a:t>
            </a:r>
          </a:p>
        </p:txBody>
      </p:sp>
      <p:sp>
        <p:nvSpPr>
          <p:cNvPr id="30" name="TextBox 29"/>
          <p:cNvSpPr txBox="1"/>
          <p:nvPr/>
        </p:nvSpPr>
        <p:spPr>
          <a:xfrm>
            <a:off x="7246620" y="4754879"/>
            <a:ext cx="4410151" cy="274320"/>
          </a:xfrm>
          <a:prstGeom prst="rect">
            <a:avLst/>
          </a:prstGeom>
          <a:noFill/>
        </p:spPr>
        <p:txBody>
          <a:bodyPr wrap="square" lIns="0" rIns="0" tIns="27432" bIns="27432" anchor="ctr">
            <a:spAutoFit/>
          </a:bodyPr>
          <a:lstStyle/>
          <a:p>
            <a:pPr algn="l">
              <a:spcAft>
                <a:spcPts val="200"/>
              </a:spcAft>
            </a:pPr>
            <a:r>
              <a:rPr sz="1000" b="0">
                <a:solidFill>
                  <a:srgbClr val="666666"/>
                </a:solidFill>
                <a:latin typeface="BIZ UDPゴシック"/>
                <a:ea typeface="BIZ UDPゴシック"/>
                <a:cs typeface="BIZ UDPゴシック"/>
              </a:rPr>
              <a:t>DBサーバを新設して運用する</a:t>
            </a:r>
          </a:p>
        </p:txBody>
      </p:sp>
      <p:sp>
        <p:nvSpPr>
          <p:cNvPr id="31" name="Rectangle 30"/>
          <p:cNvSpPr/>
          <p:nvPr/>
        </p:nvSpPr>
        <p:spPr>
          <a:xfrm>
            <a:off x="480060" y="5084064"/>
            <a:ext cx="11231575" cy="310896"/>
          </a:xfrm>
          <a:prstGeom prst="rect">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 y="5102351"/>
            <a:ext cx="2011679" cy="274320"/>
          </a:xfrm>
          <a:prstGeom prst="rect">
            <a:avLst/>
          </a:prstGeom>
          <a:noFill/>
        </p:spPr>
        <p:txBody>
          <a:bodyPr wrap="square" lIns="0" rIns="0" tIns="27432" bIns="27432" anchor="ctr">
            <a:spAutoFit/>
          </a:bodyPr>
          <a:lstStyle/>
          <a:p>
            <a:pPr algn="l">
              <a:spcAft>
                <a:spcPts val="200"/>
              </a:spcAft>
            </a:pPr>
            <a:r>
              <a:rPr sz="1000" b="1">
                <a:solidFill>
                  <a:srgbClr val="333333"/>
                </a:solidFill>
                <a:latin typeface="BIZ UDPゴシック"/>
                <a:ea typeface="BIZ UDPゴシック"/>
                <a:cs typeface="BIZ UDPゴシック"/>
              </a:rPr>
              <a:t>生存監視</a:t>
            </a:r>
          </a:p>
        </p:txBody>
      </p:sp>
      <p:sp>
        <p:nvSpPr>
          <p:cNvPr id="33" name="TextBox 32"/>
          <p:cNvSpPr txBox="1"/>
          <p:nvPr/>
        </p:nvSpPr>
        <p:spPr>
          <a:xfrm>
            <a:off x="2921508" y="5102351"/>
            <a:ext cx="4023359" cy="274320"/>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付いてくる（retained ／ 切断時の遺言）</a:t>
            </a:r>
          </a:p>
        </p:txBody>
      </p:sp>
      <p:sp>
        <p:nvSpPr>
          <p:cNvPr id="34" name="TextBox 33"/>
          <p:cNvSpPr txBox="1"/>
          <p:nvPr/>
        </p:nvSpPr>
        <p:spPr>
          <a:xfrm>
            <a:off x="7246620" y="5102351"/>
            <a:ext cx="4410151" cy="274320"/>
          </a:xfrm>
          <a:prstGeom prst="rect">
            <a:avLst/>
          </a:prstGeom>
          <a:noFill/>
        </p:spPr>
        <p:txBody>
          <a:bodyPr wrap="square" lIns="0" rIns="0" tIns="27432" bIns="27432" anchor="ctr">
            <a:spAutoFit/>
          </a:bodyPr>
          <a:lstStyle/>
          <a:p>
            <a:pPr algn="l">
              <a:spcAft>
                <a:spcPts val="200"/>
              </a:spcAft>
            </a:pPr>
            <a:r>
              <a:rPr sz="1000" b="0">
                <a:solidFill>
                  <a:srgbClr val="666666"/>
                </a:solidFill>
                <a:latin typeface="BIZ UDPゴシック"/>
                <a:ea typeface="BIZ UDPゴシック"/>
                <a:cs typeface="BIZ UDPゴシック"/>
              </a:rPr>
              <a:t>最終書き込み時刻を見るなど、別途作り込む</a:t>
            </a:r>
          </a:p>
        </p:txBody>
      </p:sp>
      <p:sp>
        <p:nvSpPr>
          <p:cNvPr id="35" name="Rectangle 34"/>
          <p:cNvSpPr/>
          <p:nvPr/>
        </p:nvSpPr>
        <p:spPr>
          <a:xfrm>
            <a:off x="480060" y="5431536"/>
            <a:ext cx="11231575" cy="310896"/>
          </a:xfrm>
          <a:prstGeom prst="rect">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8076" y="5449823"/>
            <a:ext cx="2011679" cy="274320"/>
          </a:xfrm>
          <a:prstGeom prst="rect">
            <a:avLst/>
          </a:prstGeom>
          <a:noFill/>
        </p:spPr>
        <p:txBody>
          <a:bodyPr wrap="square" lIns="0" rIns="0" tIns="27432" bIns="27432" anchor="ctr">
            <a:spAutoFit/>
          </a:bodyPr>
          <a:lstStyle/>
          <a:p>
            <a:pPr algn="l">
              <a:spcAft>
                <a:spcPts val="200"/>
              </a:spcAft>
            </a:pPr>
            <a:r>
              <a:rPr sz="1000" b="1">
                <a:solidFill>
                  <a:srgbClr val="333333"/>
                </a:solidFill>
                <a:latin typeface="BIZ UDPゴシック"/>
                <a:ea typeface="BIZ UDPゴシック"/>
                <a:cs typeface="BIZ UDPゴシック"/>
              </a:rPr>
              <a:t>送り先を変えるとき</a:t>
            </a:r>
          </a:p>
        </p:txBody>
      </p:sp>
      <p:sp>
        <p:nvSpPr>
          <p:cNvPr id="37" name="TextBox 36"/>
          <p:cNvSpPr txBox="1"/>
          <p:nvPr/>
        </p:nvSpPr>
        <p:spPr>
          <a:xfrm>
            <a:off x="2921508" y="5449823"/>
            <a:ext cx="4023359" cy="274320"/>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子は無改修。親の中身を知らない</a:t>
            </a:r>
          </a:p>
        </p:txBody>
      </p:sp>
      <p:sp>
        <p:nvSpPr>
          <p:cNvPr id="38" name="TextBox 37"/>
          <p:cNvSpPr txBox="1"/>
          <p:nvPr/>
        </p:nvSpPr>
        <p:spPr>
          <a:xfrm>
            <a:off x="7246620" y="5449823"/>
            <a:ext cx="4410151" cy="274320"/>
          </a:xfrm>
          <a:prstGeom prst="rect">
            <a:avLst/>
          </a:prstGeom>
          <a:noFill/>
        </p:spPr>
        <p:txBody>
          <a:bodyPr wrap="square" lIns="0" rIns="0" tIns="27432" bIns="27432" anchor="ctr">
            <a:spAutoFit/>
          </a:bodyPr>
          <a:lstStyle/>
          <a:p>
            <a:pPr algn="l">
              <a:spcAft>
                <a:spcPts val="200"/>
              </a:spcAft>
            </a:pPr>
            <a:r>
              <a:rPr sz="1000" b="0">
                <a:solidFill>
                  <a:srgbClr val="666666"/>
                </a:solidFill>
                <a:latin typeface="BIZ UDPゴシック"/>
                <a:ea typeface="BIZ UDPゴシック"/>
                <a:cs typeface="BIZ UDPゴシック"/>
              </a:rPr>
              <a:t>子もスキーマ変更に追従する</a:t>
            </a:r>
          </a:p>
        </p:txBody>
      </p:sp>
      <p:sp>
        <p:nvSpPr>
          <p:cNvPr id="39" name="TextBox 38"/>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MQTT でなければならない訳ではありません（HTTP でも同等のことはできます）。ブローカーが1つ増える点は素直なデメリットです。</a:t>
            </a:r>
          </a:p>
        </p:txBody>
      </p:sp>
      <p:sp>
        <p:nvSpPr>
          <p:cNvPr id="40"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狙いは同じです。違うのは、担当する区間です</a:t>
            </a:r>
          </a:p>
        </p:txBody>
      </p:sp>
      <p:sp>
        <p:nvSpPr>
          <p:cNvPr id="3" name="Title 2"/>
          <p:cNvSpPr>
            <a:spLocks noGrp="1"/>
          </p:cNvSpPr>
          <p:nvPr>
            <p:ph type="title"/>
          </p:nvPr>
        </p:nvSpPr>
        <p:spPr/>
        <p:txBody>
          <a:bodyPr/>
          <a:lstStyle/>
          <a:p>
            <a:r>
              <a:rPr>
                <a:latin typeface="BIZ UDPゴシック"/>
                <a:ea typeface="BIZ UDPゴシック"/>
                <a:cs typeface="BIZ UDPゴシック"/>
              </a:rPr>
              <a:t>SpiderLink との関係</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TextBox 5"/>
          <p:cNvSpPr txBox="1"/>
          <p:nvPr/>
        </p:nvSpPr>
        <p:spPr>
          <a:xfrm>
            <a:off x="480060" y="1988819"/>
            <a:ext cx="11231575"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① どこを担当しているか</a:t>
            </a:r>
          </a:p>
        </p:txBody>
      </p:sp>
      <p:sp>
        <p:nvSpPr>
          <p:cNvPr id="7" name="Rounded Rectangle 6"/>
          <p:cNvSpPr/>
          <p:nvPr/>
        </p:nvSpPr>
        <p:spPr>
          <a:xfrm>
            <a:off x="480060" y="2377440"/>
            <a:ext cx="2484539" cy="7772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① 現場でデータが生まれる</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900" b="0">
                <a:solidFill>
                  <a:srgbClr val="333333"/>
                </a:solidFill>
                <a:latin typeface="BIZ UDPゴシック"/>
                <a:ea typeface="BIZ UDPゴシック"/>
                <a:cs typeface="BIZ UDPゴシック"/>
              </a:rPr>
              <a:t>設備のそばには電源とカメラだけ</a:t>
            </a:r>
          </a:p>
        </p:txBody>
      </p:sp>
      <p:sp>
        <p:nvSpPr>
          <p:cNvPr id="8" name="Rounded Rectangle 7"/>
          <p:cNvSpPr/>
          <p:nvPr/>
        </p:nvSpPr>
        <p:spPr>
          <a:xfrm>
            <a:off x="3395738" y="2377440"/>
            <a:ext cx="2484539" cy="7772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② 工場網まで届ける</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900" b="0">
                <a:solidFill>
                  <a:srgbClr val="333333"/>
                </a:solidFill>
                <a:latin typeface="BIZ UDPゴシック"/>
                <a:ea typeface="BIZ UDPゴシック"/>
                <a:cs typeface="BIZ UDPゴシック"/>
              </a:rPr>
              <a:t>閉域網の外から、失わずに運ぶ</a:t>
            </a:r>
          </a:p>
        </p:txBody>
      </p:sp>
      <p:sp>
        <p:nvSpPr>
          <p:cNvPr id="9" name="Rounded Rectangle 8"/>
          <p:cNvSpPr/>
          <p:nvPr/>
        </p:nvSpPr>
        <p:spPr>
          <a:xfrm>
            <a:off x="6311417" y="2377440"/>
            <a:ext cx="2484539" cy="7772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③ hint DB へ入れる</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900" b="0">
                <a:solidFill>
                  <a:srgbClr val="333333"/>
                </a:solidFill>
                <a:latin typeface="BIZ UDPゴシック"/>
                <a:ea typeface="BIZ UDPゴシック"/>
                <a:cs typeface="BIZ UDPゴシック"/>
              </a:rPr>
              <a:t>1行ずつ、重複なく書き込む</a:t>
            </a:r>
          </a:p>
        </p:txBody>
      </p:sp>
      <p:sp>
        <p:nvSpPr>
          <p:cNvPr id="10" name="Rounded Rectangle 9"/>
          <p:cNvSpPr/>
          <p:nvPr/>
        </p:nvSpPr>
        <p:spPr>
          <a:xfrm>
            <a:off x="9227096" y="2377440"/>
            <a:ext cx="2484539" cy="7772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④ 集計・活用</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900" b="0">
                <a:solidFill>
                  <a:srgbClr val="333333"/>
                </a:solidFill>
                <a:latin typeface="BIZ UDPゴシック"/>
                <a:ea typeface="BIZ UDPゴシック"/>
                <a:cs typeface="BIZ UDPゴシック"/>
              </a:rPr>
              <a:t>稼働率の可視化、見積もりへ</a:t>
            </a:r>
          </a:p>
        </p:txBody>
      </p:sp>
      <p:sp>
        <p:nvSpPr>
          <p:cNvPr id="11" name="Rectangle 10"/>
          <p:cNvSpPr/>
          <p:nvPr/>
        </p:nvSpPr>
        <p:spPr>
          <a:xfrm>
            <a:off x="480060" y="3273552"/>
            <a:ext cx="8315896" cy="310896"/>
          </a:xfrm>
          <a:prstGeom prst="rect">
            <a:avLst/>
          </a:prstGeom>
          <a:solidFill>
            <a:srgbClr val="E6E6E6"/>
          </a:solidFill>
          <a:ln w="95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 y="3310128"/>
            <a:ext cx="8315896" cy="256032"/>
          </a:xfrm>
          <a:prstGeom prst="rect">
            <a:avLst/>
          </a:prstGeom>
          <a:noFill/>
        </p:spPr>
        <p:txBody>
          <a:bodyPr wrap="square" lIns="0" rIns="0" tIns="27432" bIns="27432" anchor="t">
            <a:spAutoFit/>
          </a:bodyPr>
          <a:lstStyle/>
          <a:p>
            <a:pPr algn="ctr">
              <a:spcAft>
                <a:spcPts val="200"/>
              </a:spcAft>
            </a:pPr>
            <a:r>
              <a:rPr sz="1000" b="1">
                <a:solidFill>
                  <a:srgbClr val="CC0000"/>
                </a:solidFill>
                <a:latin typeface="BIZ UDPゴシック"/>
                <a:ea typeface="BIZ UDPゴシック"/>
                <a:cs typeface="BIZ UDPゴシック"/>
              </a:rPr>
              <a:t>今回の取り組み</a:t>
            </a:r>
          </a:p>
        </p:txBody>
      </p:sp>
      <p:sp>
        <p:nvSpPr>
          <p:cNvPr id="13" name="Rectangle 12"/>
          <p:cNvSpPr/>
          <p:nvPr/>
        </p:nvSpPr>
        <p:spPr>
          <a:xfrm>
            <a:off x="6311417" y="3639312"/>
            <a:ext cx="2484539" cy="310896"/>
          </a:xfrm>
          <a:prstGeom prst="rect">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1417" y="3675887"/>
            <a:ext cx="2484539" cy="256032"/>
          </a:xfrm>
          <a:prstGeom prst="rect">
            <a:avLst/>
          </a:prstGeom>
          <a:noFill/>
        </p:spPr>
        <p:txBody>
          <a:bodyPr wrap="square" lIns="0" rIns="0" tIns="27432" bIns="27432" anchor="t">
            <a:spAutoFit/>
          </a:bodyPr>
          <a:lstStyle/>
          <a:p>
            <a:pPr algn="ctr">
              <a:spcAft>
                <a:spcPts val="200"/>
              </a:spcAft>
            </a:pPr>
            <a:r>
              <a:rPr sz="1000" b="1">
                <a:solidFill>
                  <a:srgbClr val="333333"/>
                </a:solidFill>
                <a:latin typeface="BIZ UDPゴシック"/>
                <a:ea typeface="BIZ UDPゴシック"/>
                <a:cs typeface="BIZ UDPゴシック"/>
              </a:rPr>
              <a:t>SpiderLink</a:t>
            </a:r>
          </a:p>
        </p:txBody>
      </p:sp>
      <p:sp>
        <p:nvSpPr>
          <p:cNvPr id="15" name="TextBox 14"/>
          <p:cNvSpPr txBox="1"/>
          <p:nvPr/>
        </p:nvSpPr>
        <p:spPr>
          <a:xfrm>
            <a:off x="9227096" y="3310128"/>
            <a:ext cx="2484539" cy="256032"/>
          </a:xfrm>
          <a:prstGeom prst="rect">
            <a:avLst/>
          </a:prstGeom>
          <a:noFill/>
        </p:spPr>
        <p:txBody>
          <a:bodyPr wrap="square" lIns="0" rIns="0" tIns="27432" bIns="27432" anchor="t">
            <a:spAutoFit/>
          </a:bodyPr>
          <a:lstStyle/>
          <a:p>
            <a:pPr algn="ctr">
              <a:spcAft>
                <a:spcPts val="200"/>
              </a:spcAft>
            </a:pPr>
            <a:r>
              <a:rPr sz="1000" b="1">
                <a:solidFill>
                  <a:srgbClr val="666666"/>
                </a:solidFill>
                <a:latin typeface="BIZ UDPゴシック"/>
                <a:ea typeface="BIZ UDPゴシック"/>
                <a:cs typeface="BIZ UDPゴシック"/>
              </a:rPr>
              <a:t>狙いは同じ</a:t>
            </a:r>
          </a:p>
        </p:txBody>
      </p:sp>
      <p:sp>
        <p:nvSpPr>
          <p:cNvPr id="16" name="Rectangle 15"/>
          <p:cNvSpPr/>
          <p:nvPr/>
        </p:nvSpPr>
        <p:spPr>
          <a:xfrm>
            <a:off x="480060" y="4114800"/>
            <a:ext cx="11231575" cy="18288"/>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 y="4187952"/>
            <a:ext cx="11231575" cy="310896"/>
          </a:xfrm>
          <a:prstGeom prst="rect">
            <a:avLst/>
          </a:prstGeom>
          <a:noFill/>
        </p:spPr>
        <p:txBody>
          <a:bodyPr wrap="square" lIns="0" rIns="0" tIns="27432" bIns="27432" anchor="t">
            <a:spAutoFit/>
          </a:bodyPr>
          <a:lstStyle/>
          <a:p>
            <a:pPr algn="l">
              <a:spcAft>
                <a:spcPts val="200"/>
              </a:spcAft>
            </a:pPr>
            <a:r>
              <a:rPr sz="1400" b="1">
                <a:solidFill>
                  <a:srgbClr val="000000"/>
                </a:solidFill>
                <a:latin typeface="BIZ UDPゴシック"/>
                <a:ea typeface="BIZ UDPゴシック"/>
                <a:cs typeface="BIZ UDPゴシック"/>
              </a:rPr>
              <a:t>② なぜ ①② を作る必要があったか</a:t>
            </a:r>
          </a:p>
        </p:txBody>
      </p:sp>
      <p:sp>
        <p:nvSpPr>
          <p:cNvPr id="18" name="Rounded Rectangle 17"/>
          <p:cNvSpPr/>
          <p:nvPr/>
        </p:nvSpPr>
        <p:spPr>
          <a:xfrm>
            <a:off x="480060" y="4553712"/>
            <a:ext cx="3456432"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子Piは工場網に繋げない</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MAC アドレス許可制の閉域網。現場に置いた端末から hint DB へは直接届きません。子Piが書く CSV も、無線の内側にあるので外からは見えません。</a:t>
            </a:r>
          </a:p>
        </p:txBody>
      </p:sp>
      <p:sp>
        <p:nvSpPr>
          <p:cNvPr id="19" name="Rounded Rectangle 18"/>
          <p:cNvSpPr/>
          <p:nvPr/>
        </p:nvSpPr>
        <p:spPr>
          <a:xfrm>
            <a:off x="4367631" y="4553712"/>
            <a:ext cx="3456432"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切れてもデータを失えない</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通信が切れている間は親Piの控えに貯め、復旧後にまとめて送ります。同じ行を何度送っても1件にまとまります。</a:t>
            </a:r>
          </a:p>
        </p:txBody>
      </p:sp>
      <p:sp>
        <p:nvSpPr>
          <p:cNvPr id="20" name="Rounded Rectangle 19"/>
          <p:cNvSpPr/>
          <p:nvPr/>
        </p:nvSpPr>
        <p:spPr>
          <a:xfrm>
            <a:off x="8255203" y="4553712"/>
            <a:ext cx="3456432" cy="1005840"/>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時刻が正しくないと意味がない</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子Piが刻んだ取得時刻をそのまま記録します。工場網につないで時刻を合わせてから、記録を始めます。</a:t>
            </a:r>
          </a:p>
        </p:txBody>
      </p:sp>
      <p:sp>
        <p:nvSpPr>
          <p:cNvPr id="21" name="TextBox 20"/>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③ は両方が担当できる区間です。今回は親Piが MERGE で書き込んでいます。</a:t>
            </a:r>
          </a:p>
        </p:txBody>
      </p:sp>
      <p:sp>
        <p:nvSpPr>
          <p:cNvPr id="22"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現場の操作はアイコン2つ。状態は1画面で確認できます</a:t>
            </a:r>
          </a:p>
        </p:txBody>
      </p:sp>
      <p:sp>
        <p:nvSpPr>
          <p:cNvPr id="3" name="Title 2"/>
          <p:cNvSpPr>
            <a:spLocks noGrp="1"/>
          </p:cNvSpPr>
          <p:nvPr>
            <p:ph type="title"/>
          </p:nvPr>
        </p:nvSpPr>
        <p:spPr/>
        <p:txBody>
          <a:bodyPr/>
          <a:lstStyle/>
          <a:p>
            <a:r>
              <a:rPr>
                <a:latin typeface="BIZ UDPゴシック"/>
                <a:ea typeface="BIZ UDPゴシック"/>
                <a:cs typeface="BIZ UDPゴシック"/>
              </a:rPr>
              <a:t>運用と見える化</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ectangle 5"/>
          <p:cNvSpPr/>
          <p:nvPr/>
        </p:nvSpPr>
        <p:spPr>
          <a:xfrm>
            <a:off x="480060" y="2084831"/>
            <a:ext cx="5400446" cy="3246120"/>
          </a:xfrm>
          <a:prstGeom prst="rect">
            <a:avLst/>
          </a:prstGeom>
          <a:no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12103" y="2084831"/>
            <a:ext cx="5400446" cy="3246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99516" y="2267712"/>
            <a:ext cx="2103120" cy="274320"/>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毎日の操作</a:t>
            </a:r>
          </a:p>
        </p:txBody>
      </p:sp>
      <p:sp>
        <p:nvSpPr>
          <p:cNvPr id="9" name="Rounded Rectangle 8"/>
          <p:cNvSpPr/>
          <p:nvPr/>
        </p:nvSpPr>
        <p:spPr>
          <a:xfrm>
            <a:off x="6531559" y="2267712"/>
            <a:ext cx="2377440" cy="274320"/>
          </a:xfrm>
          <a:prstGeom prst="roundRect">
            <a:avLst>
              <a:gd name="adj" fmla="val 6000"/>
            </a:avLst>
          </a:prstGeom>
          <a:solidFill>
            <a:srgbClr val="FFFFFF"/>
          </a:solidFill>
          <a:ln w="9525">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900" b="1">
                <a:solidFill>
                  <a:srgbClr val="4D4D4D"/>
                </a:solidFill>
                <a:latin typeface="BIZ UDPゴシック"/>
                <a:ea typeface="BIZ UDPゴシック"/>
                <a:cs typeface="BIZ UDPゴシック"/>
              </a:rPr>
              <a:t>1画面での見える化</a:t>
            </a:r>
          </a:p>
        </p:txBody>
      </p:sp>
      <p:sp>
        <p:nvSpPr>
          <p:cNvPr id="10" name="Rounded Rectangle 9"/>
          <p:cNvSpPr/>
          <p:nvPr/>
        </p:nvSpPr>
        <p:spPr>
          <a:xfrm>
            <a:off x="699516" y="2743200"/>
            <a:ext cx="4961534" cy="6827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「接続」を押す</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工場網につなぎ、時刻を合わせ、記録を始めます</a:t>
            </a:r>
          </a:p>
        </p:txBody>
      </p:sp>
      <p:sp>
        <p:nvSpPr>
          <p:cNvPr id="11" name="Rounded Rectangle 10"/>
          <p:cNvSpPr/>
          <p:nvPr/>
        </p:nvSpPr>
        <p:spPr>
          <a:xfrm>
            <a:off x="6531559" y="2743200"/>
            <a:ext cx="4961534" cy="6827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① 子Piは生きているか</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各子Piの接続状態と最終送信を表示します</a:t>
            </a:r>
          </a:p>
        </p:txBody>
      </p:sp>
      <p:sp>
        <p:nvSpPr>
          <p:cNvPr id="12" name="Rounded Rectangle 11"/>
          <p:cNvSpPr/>
          <p:nvPr/>
        </p:nvSpPr>
        <p:spPr>
          <a:xfrm>
            <a:off x="699516" y="3590544"/>
            <a:ext cx="4961534" cy="6827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「切断」を押す</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記録を止めて、ふだんのネットワークに戻ります</a:t>
            </a:r>
          </a:p>
        </p:txBody>
      </p:sp>
      <p:sp>
        <p:nvSpPr>
          <p:cNvPr id="13" name="Rounded Rectangle 12"/>
          <p:cNvSpPr/>
          <p:nvPr/>
        </p:nvSpPr>
        <p:spPr>
          <a:xfrm>
            <a:off x="6531559" y="3590544"/>
            <a:ext cx="4961534" cy="6827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② 親Piに届いているか</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受け取って控えに入った件数を表示します</a:t>
            </a:r>
          </a:p>
        </p:txBody>
      </p:sp>
      <p:sp>
        <p:nvSpPr>
          <p:cNvPr id="14" name="Rounded Rectangle 13"/>
          <p:cNvSpPr/>
          <p:nvPr/>
        </p:nvSpPr>
        <p:spPr>
          <a:xfrm>
            <a:off x="699516" y="4437888"/>
            <a:ext cx="4961534" cy="6827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「直近30件の記録」</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hint DB に入った最新の記録をその場で確認できます</a:t>
            </a:r>
          </a:p>
        </p:txBody>
      </p:sp>
      <p:sp>
        <p:nvSpPr>
          <p:cNvPr id="15" name="Rounded Rectangle 14"/>
          <p:cNvSpPr/>
          <p:nvPr/>
        </p:nvSpPr>
        <p:spPr>
          <a:xfrm>
            <a:off x="6531559" y="4437888"/>
            <a:ext cx="4961534" cy="6827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000000"/>
                </a:solidFill>
                <a:latin typeface="BIZ UDPゴシック"/>
                <a:ea typeface="BIZ UDPゴシック"/>
                <a:cs typeface="BIZ UDPゴシック"/>
              </a:rPr>
              <a:t>③ hint DB に入ったか</a:t>
            </a:r>
          </a:p>
          <a:p>
            <a:pPr algn="ctr">
              <a:spcAft>
                <a:spcPts val="200"/>
              </a:spcAft>
            </a:pPr>
            <a:r>
              <a:rPr sz="600" b="0">
                <a:solidFill>
                  <a:srgbClr val="FFFFFF"/>
                </a:solidFill>
                <a:latin typeface="BIZ UDPゴシック"/>
                <a:ea typeface="BIZ UDPゴシック"/>
                <a:cs typeface="BIZ UDPゴシック"/>
              </a:rPr>
              <a:t/>
            </a:r>
          </a:p>
          <a:p>
            <a:pPr algn="ctr">
              <a:spcAft>
                <a:spcPts val="200"/>
              </a:spcAft>
            </a:pPr>
            <a:r>
              <a:rPr sz="1000" b="0">
                <a:solidFill>
                  <a:srgbClr val="333333"/>
                </a:solidFill>
                <a:latin typeface="BIZ UDPゴシック"/>
                <a:ea typeface="BIZ UDPゴシック"/>
                <a:cs typeface="BIZ UDPゴシック"/>
              </a:rPr>
              <a:t>実際に記録された行を表示します</a:t>
            </a:r>
          </a:p>
        </p:txBody>
      </p:sp>
      <p:sp>
        <p:nvSpPr>
          <p:cNvPr id="16" name="TextBox 15"/>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見える化はデスクトップの監視ツール（pipeline-monitor）で確認します。</a:t>
            </a:r>
          </a:p>
        </p:txBody>
      </p:sp>
      <p:sp>
        <p:nvSpPr>
          <p:cNvPr id="17"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a:latin typeface="BIZ UDPゴシック"/>
                <a:ea typeface="BIZ UDPゴシック"/>
                <a:cs typeface="BIZ UDPゴシック"/>
              </a:rPr>
              <a:t>親Pi 1台と子Pi 1台の最小構成で、機器代は 81,960 円です（税別）</a:t>
            </a:r>
          </a:p>
        </p:txBody>
      </p:sp>
      <p:sp>
        <p:nvSpPr>
          <p:cNvPr id="3" name="Title 2"/>
          <p:cNvSpPr>
            <a:spLocks noGrp="1"/>
          </p:cNvSpPr>
          <p:nvPr>
            <p:ph type="title"/>
          </p:nvPr>
        </p:nvSpPr>
        <p:spPr/>
        <p:txBody>
          <a:bodyPr/>
          <a:lstStyle/>
          <a:p>
            <a:r>
              <a:rPr>
                <a:latin typeface="BIZ UDPゴシック"/>
                <a:ea typeface="BIZ UDPゴシック"/>
                <a:cs typeface="BIZ UDPゴシック"/>
              </a:rPr>
              <a:t>機器構成と実費内訳</a:t>
            </a:r>
          </a:p>
        </p:txBody>
      </p:sp>
      <p:sp>
        <p:nvSpPr>
          <p:cNvPr id="4" name="auto-4">
            <a:extLst>
              <a:ext uri="{FF2B5EF4-FFF2-40B4-BE49-F238E27FC236}">
                <a16:creationId xmlns:a16="http://schemas.microsoft.com/office/drawing/2014/main" id="{56E11059-1FD0-A0AC-2E4D-DE429D91A022}"/>
              </a:ext>
            </a:extLst>
          </p:cNvPr>
          <p:cNvSpPr>
            <a:spLocks noGrp="1"/>
          </p:cNvSpPr>
          <p:nvPr>
            <p:ph type="sldNum" sz="quarter" idx="10"/>
          </p:nvPr>
        </p:nvSpPr>
        <p:spPr/>
        <p:txBody>
          <a:bodyPr/>
          <a:lstStyle/>
          <a:p>
            <a:fld id="{D86BB799-6FD0-46CC-BD23-123A9802B36E}" type="slidenum">
              <a:rPr lang="ja-JP" altLang="en-US" smtClean="0"/>
              <a:pPr/>
              <a:t>‹#›</a:t>
            </a:fld>
            <a:endParaRPr lang="ja-JP" altLang="en-US"/>
          </a:p>
        </p:txBody>
      </p:sp>
      <p:sp>
        <p:nvSpPr>
          <p:cNvPr id="6" name="Rounded Rectangle 5"/>
          <p:cNvSpPr/>
          <p:nvPr/>
        </p:nvSpPr>
        <p:spPr>
          <a:xfrm>
            <a:off x="480060" y="1988819"/>
            <a:ext cx="5400446"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子ラズパイ 1台分（見積 26-0252）</a:t>
            </a:r>
          </a:p>
        </p:txBody>
      </p:sp>
      <p:sp>
        <p:nvSpPr>
          <p:cNvPr id="7" name="Rounded Rectangle 6"/>
          <p:cNvSpPr/>
          <p:nvPr/>
        </p:nvSpPr>
        <p:spPr>
          <a:xfrm>
            <a:off x="6312103" y="1988819"/>
            <a:ext cx="5400446" cy="365760"/>
          </a:xfrm>
          <a:prstGeom prst="roundRect">
            <a:avLst>
              <a:gd name="adj" fmla="val 6000"/>
            </a:avLst>
          </a:prstGeom>
          <a:solidFill>
            <a:srgbClr val="4D4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200"/>
              </a:spcAft>
            </a:pPr>
            <a:r>
              <a:rPr sz="1200" b="1">
                <a:solidFill>
                  <a:srgbClr val="FFFFFF"/>
                </a:solidFill>
                <a:latin typeface="BIZ UDPゴシック"/>
                <a:ea typeface="BIZ UDPゴシック"/>
                <a:cs typeface="BIZ UDPゴシック"/>
              </a:rPr>
              <a:t>親ラズパイ 1台分（見積 26-0703）</a:t>
            </a:r>
          </a:p>
        </p:txBody>
      </p:sp>
      <p:sp>
        <p:nvSpPr>
          <p:cNvPr id="8" name="Rounded Rectangle 7"/>
          <p:cNvSpPr/>
          <p:nvPr/>
        </p:nvSpPr>
        <p:spPr>
          <a:xfrm>
            <a:off x="480060" y="2487168"/>
            <a:ext cx="5400446"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i_zero2w.png"/>
          <p:cNvPicPr>
            <a:picLocks noChangeAspect="1"/>
          </p:cNvPicPr>
          <p:nvPr/>
        </p:nvPicPr>
        <p:blipFill>
          <a:blip r:embed="rId2"/>
          <a:stretch>
            <a:fillRect/>
          </a:stretch>
        </p:blipFill>
        <p:spPr>
          <a:xfrm>
            <a:off x="589788" y="2585725"/>
            <a:ext cx="457106" cy="333236"/>
          </a:xfrm>
          <a:prstGeom prst="rect">
            <a:avLst/>
          </a:prstGeom>
        </p:spPr>
      </p:pic>
      <p:sp>
        <p:nvSpPr>
          <p:cNvPr id="10" name="TextBox 9"/>
          <p:cNvSpPr txBox="1"/>
          <p:nvPr/>
        </p:nvSpPr>
        <p:spPr>
          <a:xfrm>
            <a:off x="1138428" y="2542032"/>
            <a:ext cx="2913278" cy="420623"/>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Raspberry Pi Zero 2 W 32GB（技適取得品）</a:t>
            </a:r>
          </a:p>
        </p:txBody>
      </p:sp>
      <p:sp>
        <p:nvSpPr>
          <p:cNvPr id="11" name="TextBox 10"/>
          <p:cNvSpPr txBox="1"/>
          <p:nvPr/>
        </p:nvSpPr>
        <p:spPr>
          <a:xfrm>
            <a:off x="4097426" y="2542032"/>
            <a:ext cx="1600200" cy="420623"/>
          </a:xfrm>
          <a:prstGeom prst="rect">
            <a:avLst/>
          </a:prstGeom>
          <a:noFill/>
        </p:spPr>
        <p:txBody>
          <a:bodyPr wrap="square" lIns="0" rIns="0" tIns="27432" bIns="27432" anchor="ctr">
            <a:spAutoFit/>
          </a:bodyPr>
          <a:lstStyle/>
          <a:p>
            <a:pPr algn="r">
              <a:spcAft>
                <a:spcPts val="200"/>
              </a:spcAft>
            </a:pPr>
            <a:r>
              <a:rPr sz="1200" b="1">
                <a:solidFill>
                  <a:srgbClr val="000000"/>
                </a:solidFill>
                <a:latin typeface="BIZ UDPゴシック"/>
                <a:ea typeface="BIZ UDPゴシック"/>
                <a:cs typeface="BIZ UDPゴシック"/>
              </a:rPr>
              <a:t>13,460</a:t>
            </a:r>
          </a:p>
        </p:txBody>
      </p:sp>
      <p:sp>
        <p:nvSpPr>
          <p:cNvPr id="12" name="Rounded Rectangle 11"/>
          <p:cNvSpPr/>
          <p:nvPr/>
        </p:nvSpPr>
        <p:spPr>
          <a:xfrm>
            <a:off x="6312103" y="2487168"/>
            <a:ext cx="5400446"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i5.png"/>
          <p:cNvPicPr>
            <a:picLocks noChangeAspect="1"/>
          </p:cNvPicPr>
          <p:nvPr/>
        </p:nvPicPr>
        <p:blipFill>
          <a:blip r:embed="rId3"/>
          <a:stretch>
            <a:fillRect/>
          </a:stretch>
        </p:blipFill>
        <p:spPr>
          <a:xfrm>
            <a:off x="6421831" y="2576633"/>
            <a:ext cx="457117" cy="351421"/>
          </a:xfrm>
          <a:prstGeom prst="rect">
            <a:avLst/>
          </a:prstGeom>
        </p:spPr>
      </p:pic>
      <p:sp>
        <p:nvSpPr>
          <p:cNvPr id="14" name="TextBox 13"/>
          <p:cNvSpPr txBox="1"/>
          <p:nvPr/>
        </p:nvSpPr>
        <p:spPr>
          <a:xfrm>
            <a:off x="6970471" y="2542032"/>
            <a:ext cx="2913278" cy="420623"/>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Raspberry Pi 5 スターターキット 8GB（技適済み）</a:t>
            </a:r>
          </a:p>
        </p:txBody>
      </p:sp>
      <p:sp>
        <p:nvSpPr>
          <p:cNvPr id="15" name="TextBox 14"/>
          <p:cNvSpPr txBox="1"/>
          <p:nvPr/>
        </p:nvSpPr>
        <p:spPr>
          <a:xfrm>
            <a:off x="9929469" y="2542032"/>
            <a:ext cx="1600200" cy="420623"/>
          </a:xfrm>
          <a:prstGeom prst="rect">
            <a:avLst/>
          </a:prstGeom>
          <a:noFill/>
        </p:spPr>
        <p:txBody>
          <a:bodyPr wrap="square" lIns="0" rIns="0" tIns="27432" bIns="27432" anchor="ctr">
            <a:spAutoFit/>
          </a:bodyPr>
          <a:lstStyle/>
          <a:p>
            <a:pPr algn="r">
              <a:spcAft>
                <a:spcPts val="200"/>
              </a:spcAft>
            </a:pPr>
            <a:r>
              <a:rPr sz="1200" b="1">
                <a:solidFill>
                  <a:srgbClr val="000000"/>
                </a:solidFill>
                <a:latin typeface="BIZ UDPゴシック"/>
                <a:ea typeface="BIZ UDPゴシック"/>
                <a:cs typeface="BIZ UDPゴシック"/>
              </a:rPr>
              <a:t>47,040</a:t>
            </a:r>
          </a:p>
        </p:txBody>
      </p:sp>
      <p:sp>
        <p:nvSpPr>
          <p:cNvPr id="16" name="Rounded Rectangle 15"/>
          <p:cNvSpPr/>
          <p:nvPr/>
        </p:nvSpPr>
        <p:spPr>
          <a:xfrm>
            <a:off x="480060" y="3090672"/>
            <a:ext cx="5400446"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 y="3145536"/>
            <a:ext cx="457200" cy="420623"/>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8428" y="3145536"/>
            <a:ext cx="2913278" cy="420623"/>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Raspberry Pi AI カメラ</a:t>
            </a:r>
          </a:p>
        </p:txBody>
      </p:sp>
      <p:sp>
        <p:nvSpPr>
          <p:cNvPr id="19" name="TextBox 18"/>
          <p:cNvSpPr txBox="1"/>
          <p:nvPr/>
        </p:nvSpPr>
        <p:spPr>
          <a:xfrm>
            <a:off x="4097426" y="3145536"/>
            <a:ext cx="1600200" cy="420623"/>
          </a:xfrm>
          <a:prstGeom prst="rect">
            <a:avLst/>
          </a:prstGeom>
          <a:noFill/>
        </p:spPr>
        <p:txBody>
          <a:bodyPr wrap="square" lIns="0" rIns="0" tIns="27432" bIns="27432" anchor="ctr">
            <a:spAutoFit/>
          </a:bodyPr>
          <a:lstStyle/>
          <a:p>
            <a:pPr algn="r">
              <a:spcAft>
                <a:spcPts val="200"/>
              </a:spcAft>
            </a:pPr>
            <a:r>
              <a:rPr sz="1200" b="1">
                <a:solidFill>
                  <a:srgbClr val="000000"/>
                </a:solidFill>
                <a:latin typeface="BIZ UDPゴシック"/>
                <a:ea typeface="BIZ UDPゴシック"/>
                <a:cs typeface="BIZ UDPゴシック"/>
              </a:rPr>
              <a:t>16,050</a:t>
            </a:r>
          </a:p>
        </p:txBody>
      </p:sp>
      <p:sp>
        <p:nvSpPr>
          <p:cNvPr id="20" name="Rounded Rectangle 19"/>
          <p:cNvSpPr/>
          <p:nvPr/>
        </p:nvSpPr>
        <p:spPr>
          <a:xfrm>
            <a:off x="6312103" y="3090672"/>
            <a:ext cx="5400446"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ongle.png"/>
          <p:cNvPicPr>
            <a:picLocks noChangeAspect="1"/>
          </p:cNvPicPr>
          <p:nvPr/>
        </p:nvPicPr>
        <p:blipFill>
          <a:blip r:embed="rId4"/>
          <a:stretch>
            <a:fillRect/>
          </a:stretch>
        </p:blipFill>
        <p:spPr>
          <a:xfrm>
            <a:off x="6528870" y="3145536"/>
            <a:ext cx="243189" cy="420623"/>
          </a:xfrm>
          <a:prstGeom prst="rect">
            <a:avLst/>
          </a:prstGeom>
        </p:spPr>
      </p:pic>
      <p:sp>
        <p:nvSpPr>
          <p:cNvPr id="22" name="TextBox 21"/>
          <p:cNvSpPr txBox="1"/>
          <p:nvPr/>
        </p:nvSpPr>
        <p:spPr>
          <a:xfrm>
            <a:off x="6970471" y="3145536"/>
            <a:ext cx="2913278" cy="420623"/>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USB 無線子機 WDC-433DU2H2-B</a:t>
            </a:r>
          </a:p>
        </p:txBody>
      </p:sp>
      <p:sp>
        <p:nvSpPr>
          <p:cNvPr id="23" name="TextBox 22"/>
          <p:cNvSpPr txBox="1"/>
          <p:nvPr/>
        </p:nvSpPr>
        <p:spPr>
          <a:xfrm>
            <a:off x="9929469" y="3145536"/>
            <a:ext cx="1600200" cy="420623"/>
          </a:xfrm>
          <a:prstGeom prst="rect">
            <a:avLst/>
          </a:prstGeom>
          <a:noFill/>
        </p:spPr>
        <p:txBody>
          <a:bodyPr wrap="square" lIns="0" rIns="0" tIns="27432" bIns="27432" anchor="ctr">
            <a:spAutoFit/>
          </a:bodyPr>
          <a:lstStyle/>
          <a:p>
            <a:pPr algn="r">
              <a:spcAft>
                <a:spcPts val="200"/>
              </a:spcAft>
            </a:pPr>
            <a:r>
              <a:rPr sz="1200" b="1">
                <a:solidFill>
                  <a:srgbClr val="000000"/>
                </a:solidFill>
                <a:latin typeface="BIZ UDPゴシック"/>
                <a:ea typeface="BIZ UDPゴシック"/>
                <a:cs typeface="BIZ UDPゴシック"/>
              </a:rPr>
              <a:t>2,730</a:t>
            </a:r>
          </a:p>
        </p:txBody>
      </p:sp>
      <p:sp>
        <p:nvSpPr>
          <p:cNvPr id="24" name="Rounded Rectangle 23"/>
          <p:cNvSpPr/>
          <p:nvPr/>
        </p:nvSpPr>
        <p:spPr>
          <a:xfrm>
            <a:off x="480060" y="3694176"/>
            <a:ext cx="5400446" cy="530352"/>
          </a:xfrm>
          <a:prstGeom prst="roundRect">
            <a:avLst>
              <a:gd name="adj" fmla="val 6000"/>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9788" y="3749039"/>
            <a:ext cx="457200" cy="420623"/>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38428" y="3749039"/>
            <a:ext cx="2913278" cy="420623"/>
          </a:xfrm>
          <a:prstGeom prst="rect">
            <a:avLst/>
          </a:prstGeom>
          <a:noFill/>
        </p:spPr>
        <p:txBody>
          <a:bodyPr wrap="square" lIns="0" rIns="0" tIns="27432" bIns="27432" anchor="ctr">
            <a:spAutoFit/>
          </a:bodyPr>
          <a:lstStyle/>
          <a:p>
            <a:pPr algn="l">
              <a:spcAft>
                <a:spcPts val="200"/>
              </a:spcAft>
            </a:pPr>
            <a:r>
              <a:rPr sz="1000" b="0">
                <a:solidFill>
                  <a:srgbClr val="333333"/>
                </a:solidFill>
                <a:latin typeface="BIZ UDPゴシック"/>
                <a:ea typeface="BIZ UDPゴシック"/>
                <a:cs typeface="BIZ UDPゴシック"/>
              </a:rPr>
              <a:t>3.5インチ 小型タッチ画面</a:t>
            </a:r>
          </a:p>
        </p:txBody>
      </p:sp>
      <p:sp>
        <p:nvSpPr>
          <p:cNvPr id="27" name="TextBox 26"/>
          <p:cNvSpPr txBox="1"/>
          <p:nvPr/>
        </p:nvSpPr>
        <p:spPr>
          <a:xfrm>
            <a:off x="4097426" y="3749039"/>
            <a:ext cx="1600200" cy="420623"/>
          </a:xfrm>
          <a:prstGeom prst="rect">
            <a:avLst/>
          </a:prstGeom>
          <a:noFill/>
        </p:spPr>
        <p:txBody>
          <a:bodyPr wrap="square" lIns="0" rIns="0" tIns="27432" bIns="27432" anchor="ctr">
            <a:spAutoFit/>
          </a:bodyPr>
          <a:lstStyle/>
          <a:p>
            <a:pPr algn="r">
              <a:spcAft>
                <a:spcPts val="200"/>
              </a:spcAft>
            </a:pPr>
            <a:r>
              <a:rPr sz="1200" b="1">
                <a:solidFill>
                  <a:srgbClr val="000000"/>
                </a:solidFill>
                <a:latin typeface="BIZ UDPゴシック"/>
                <a:ea typeface="BIZ UDPゴシック"/>
                <a:cs typeface="BIZ UDPゴシック"/>
              </a:rPr>
              <a:t>2,680</a:t>
            </a:r>
          </a:p>
        </p:txBody>
      </p:sp>
      <p:sp>
        <p:nvSpPr>
          <p:cNvPr id="28" name="Rounded Rectangle 27"/>
          <p:cNvSpPr/>
          <p:nvPr/>
        </p:nvSpPr>
        <p:spPr>
          <a:xfrm>
            <a:off x="480060" y="4297680"/>
            <a:ext cx="5400446" cy="530352"/>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 y="4352544"/>
            <a:ext cx="3407054" cy="420623"/>
          </a:xfrm>
          <a:prstGeom prst="rect">
            <a:avLst/>
          </a:prstGeom>
          <a:noFill/>
        </p:spPr>
        <p:txBody>
          <a:bodyPr wrap="square" lIns="0" rIns="0" tIns="27432" bIns="27432" anchor="ctr">
            <a:spAutoFit/>
          </a:bodyPr>
          <a:lstStyle/>
          <a:p>
            <a:pPr algn="l">
              <a:spcAft>
                <a:spcPts val="200"/>
              </a:spcAft>
            </a:pPr>
            <a:r>
              <a:rPr sz="1000" b="1">
                <a:solidFill>
                  <a:srgbClr val="333333"/>
                </a:solidFill>
                <a:latin typeface="BIZ UDPゴシック"/>
                <a:ea typeface="BIZ UDPゴシック"/>
                <a:cs typeface="BIZ UDPゴシック"/>
              </a:rPr>
              <a:t>小計</a:t>
            </a:r>
          </a:p>
        </p:txBody>
      </p:sp>
      <p:sp>
        <p:nvSpPr>
          <p:cNvPr id="30" name="TextBox 29"/>
          <p:cNvSpPr txBox="1"/>
          <p:nvPr/>
        </p:nvSpPr>
        <p:spPr>
          <a:xfrm>
            <a:off x="4097426" y="4352544"/>
            <a:ext cx="1600200" cy="420623"/>
          </a:xfrm>
          <a:prstGeom prst="rect">
            <a:avLst/>
          </a:prstGeom>
          <a:noFill/>
        </p:spPr>
        <p:txBody>
          <a:bodyPr wrap="square" lIns="0" rIns="0" tIns="27432" bIns="27432" anchor="ctr">
            <a:spAutoFit/>
          </a:bodyPr>
          <a:lstStyle/>
          <a:p>
            <a:pPr algn="r">
              <a:spcAft>
                <a:spcPts val="200"/>
              </a:spcAft>
            </a:pPr>
            <a:r>
              <a:rPr sz="1200" b="1">
                <a:solidFill>
                  <a:srgbClr val="000000"/>
                </a:solidFill>
                <a:latin typeface="BIZ UDPゴシック"/>
                <a:ea typeface="BIZ UDPゴシック"/>
                <a:cs typeface="BIZ UDPゴシック"/>
              </a:rPr>
              <a:t>32,190</a:t>
            </a:r>
          </a:p>
        </p:txBody>
      </p:sp>
      <p:sp>
        <p:nvSpPr>
          <p:cNvPr id="31" name="Rounded Rectangle 30"/>
          <p:cNvSpPr/>
          <p:nvPr/>
        </p:nvSpPr>
        <p:spPr>
          <a:xfrm>
            <a:off x="6312103" y="4297680"/>
            <a:ext cx="5400446" cy="530352"/>
          </a:xfrm>
          <a:prstGeom prst="roundRect">
            <a:avLst>
              <a:gd name="adj" fmla="val 6000"/>
            </a:avLst>
          </a:prstGeom>
          <a:solidFill>
            <a:srgbClr val="F2F2F2"/>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6695" y="4352544"/>
            <a:ext cx="3407054" cy="420623"/>
          </a:xfrm>
          <a:prstGeom prst="rect">
            <a:avLst/>
          </a:prstGeom>
          <a:noFill/>
        </p:spPr>
        <p:txBody>
          <a:bodyPr wrap="square" lIns="0" rIns="0" tIns="27432" bIns="27432" anchor="ctr">
            <a:spAutoFit/>
          </a:bodyPr>
          <a:lstStyle/>
          <a:p>
            <a:pPr algn="l">
              <a:spcAft>
                <a:spcPts val="200"/>
              </a:spcAft>
            </a:pPr>
            <a:r>
              <a:rPr sz="1000" b="1">
                <a:solidFill>
                  <a:srgbClr val="333333"/>
                </a:solidFill>
                <a:latin typeface="BIZ UDPゴシック"/>
                <a:ea typeface="BIZ UDPゴシック"/>
                <a:cs typeface="BIZ UDPゴシック"/>
              </a:rPr>
              <a:t>小計</a:t>
            </a:r>
          </a:p>
        </p:txBody>
      </p:sp>
      <p:sp>
        <p:nvSpPr>
          <p:cNvPr id="33" name="TextBox 32"/>
          <p:cNvSpPr txBox="1"/>
          <p:nvPr/>
        </p:nvSpPr>
        <p:spPr>
          <a:xfrm>
            <a:off x="9929469" y="4352544"/>
            <a:ext cx="1600200" cy="420623"/>
          </a:xfrm>
          <a:prstGeom prst="rect">
            <a:avLst/>
          </a:prstGeom>
          <a:noFill/>
        </p:spPr>
        <p:txBody>
          <a:bodyPr wrap="square" lIns="0" rIns="0" tIns="27432" bIns="27432" anchor="ctr">
            <a:spAutoFit/>
          </a:bodyPr>
          <a:lstStyle/>
          <a:p>
            <a:pPr algn="r">
              <a:spcAft>
                <a:spcPts val="200"/>
              </a:spcAft>
            </a:pPr>
            <a:r>
              <a:rPr sz="1200" b="1">
                <a:solidFill>
                  <a:srgbClr val="000000"/>
                </a:solidFill>
                <a:latin typeface="BIZ UDPゴシック"/>
                <a:ea typeface="BIZ UDPゴシック"/>
                <a:cs typeface="BIZ UDPゴシック"/>
              </a:rPr>
              <a:t>49,770</a:t>
            </a:r>
          </a:p>
        </p:txBody>
      </p:sp>
      <p:sp>
        <p:nvSpPr>
          <p:cNvPr id="34" name="Rectangle 33"/>
          <p:cNvSpPr/>
          <p:nvPr/>
        </p:nvSpPr>
        <p:spPr>
          <a:xfrm>
            <a:off x="480060" y="4983480"/>
            <a:ext cx="11231575"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380" y="5056632"/>
            <a:ext cx="10682935" cy="722376"/>
          </a:xfrm>
          <a:prstGeom prst="rect">
            <a:avLst/>
          </a:prstGeom>
          <a:noFill/>
        </p:spPr>
        <p:txBody>
          <a:bodyPr wrap="square" lIns="0" rIns="0" tIns="27432" bIns="27432" anchor="ctr">
            <a:spAutoFit/>
          </a:bodyPr>
          <a:lstStyle/>
          <a:p>
            <a:pPr algn="ctr">
              <a:spcAft>
                <a:spcPts val="200"/>
              </a:spcAft>
            </a:pPr>
            <a:r>
              <a:rPr sz="1400" b="1">
                <a:solidFill>
                  <a:srgbClr val="CC0000"/>
                </a:solidFill>
                <a:latin typeface="BIZ UDPゴシック"/>
                <a:ea typeface="BIZ UDPゴシック"/>
                <a:cs typeface="BIZ UDPゴシック"/>
              </a:rPr>
              <a:t>最小構成（親1台 ＋ 子1台）合計　81,960 円（税別）／ 90,156 円（税込）</a:t>
            </a:r>
          </a:p>
          <a:p>
            <a:pPr algn="ctr">
              <a:spcAft>
                <a:spcPts val="200"/>
              </a:spcAft>
            </a:pPr>
            <a:r>
              <a:rPr sz="1200" b="0">
                <a:solidFill>
                  <a:srgbClr val="333333"/>
                </a:solidFill>
                <a:latin typeface="BIZ UDPゴシック"/>
                <a:ea typeface="BIZ UDPゴシック"/>
                <a:cs typeface="BIZ UDPゴシック"/>
              </a:rPr>
              <a:t>子Piを1台追加するごとに ＋32,190 円（税別）で対象設備を広げられます</a:t>
            </a:r>
          </a:p>
        </p:txBody>
      </p:sp>
      <p:sp>
        <p:nvSpPr>
          <p:cNvPr id="36" name="TextBox 35"/>
          <p:cNvSpPr txBox="1"/>
          <p:nvPr/>
        </p:nvSpPr>
        <p:spPr>
          <a:xfrm>
            <a:off x="480060" y="5925312"/>
            <a:ext cx="11231575" cy="274320"/>
          </a:xfrm>
          <a:prstGeom prst="rect">
            <a:avLst/>
          </a:prstGeom>
          <a:noFill/>
        </p:spPr>
        <p:txBody>
          <a:bodyPr wrap="square" lIns="0" rIns="0" tIns="27432" bIns="27432" anchor="t">
            <a:spAutoFit/>
          </a:bodyPr>
          <a:lstStyle/>
          <a:p>
            <a:pPr algn="l">
              <a:spcAft>
                <a:spcPts val="200"/>
              </a:spcAft>
            </a:pPr>
            <a:r>
              <a:rPr sz="900" b="0">
                <a:solidFill>
                  <a:srgbClr val="666666"/>
                </a:solidFill>
                <a:latin typeface="BIZ UDPゴシック"/>
                <a:ea typeface="BIZ UDPゴシック"/>
                <a:cs typeface="BIZ UDPゴシック"/>
              </a:rPr>
              <a:t>※ 三菱電機ライフサービス株式会社 姫路支店の見積による実費。設置・工事費、通信費は含みません。</a:t>
            </a:r>
          </a:p>
        </p:txBody>
      </p:sp>
      <p:sp>
        <p:nvSpPr>
          <p:cNvPr id="37" name="Copyright"/>
          <p:cNvSpPr txBox="1"/>
          <p:nvPr/>
        </p:nvSpPr>
        <p:spPr>
          <a:xfrm>
            <a:off x="7680960" y="6483096"/>
            <a:ext cx="3566160" cy="237744"/>
          </a:xfrm>
          <a:prstGeom prst="rect">
            <a:avLst/>
          </a:prstGeom>
          <a:noFill/>
        </p:spPr>
        <p:txBody>
          <a:bodyPr wrap="square" lIns="0" rIns="0" tIns="27432" bIns="27432" anchor="ctr">
            <a:spAutoFit/>
          </a:bodyPr>
          <a:lstStyle/>
          <a:p>
            <a:pPr algn="r">
              <a:spcAft>
                <a:spcPts val="200"/>
              </a:spcAft>
            </a:pPr>
            <a:r>
              <a:rPr sz="900" b="0">
                <a:solidFill>
                  <a:srgbClr val="4D4D4D"/>
                </a:solidFill>
                <a:latin typeface="BIZ UDPゴシック"/>
                <a:ea typeface="BIZ UDPゴシック"/>
                <a:cs typeface="BIZ UDPゴシック"/>
              </a:rPr>
              <a:t>© Mitsubishi Electric Mobility Corporation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テーマ">
  <a:themeElements>
    <a:clrScheme name="ユーザー定義 3">
      <a:dk1>
        <a:srgbClr val="000000"/>
      </a:dk1>
      <a:lt1>
        <a:srgbClr val="FFFFFF"/>
      </a:lt1>
      <a:dk2>
        <a:srgbClr val="CC0000"/>
      </a:dk2>
      <a:lt2>
        <a:srgbClr val="808080"/>
      </a:lt2>
      <a:accent1>
        <a:srgbClr val="FF0000"/>
      </a:accent1>
      <a:accent2>
        <a:srgbClr val="E6E6E6"/>
      </a:accent2>
      <a:accent3>
        <a:srgbClr val="0038FF"/>
      </a:accent3>
      <a:accent4>
        <a:srgbClr val="8C0AF2"/>
      </a:accent4>
      <a:accent5>
        <a:srgbClr val="00C25D"/>
      </a:accent5>
      <a:accent6>
        <a:srgbClr val="F3BA00"/>
      </a:accent6>
      <a:hlink>
        <a:srgbClr val="808080"/>
      </a:hlink>
      <a:folHlink>
        <a:srgbClr val="808080"/>
      </a:folHlink>
    </a:clrScheme>
    <a:fontScheme name="ユーザー定義 2">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6E6E6"/>
        </a:solidFill>
        <a:ln>
          <a:noFill/>
        </a:ln>
      </a:spPr>
      <a:bodyPr rtlCol="0" anchor="ctr"/>
      <a:lstStyle>
        <a:defPPr algn="ctr">
          <a:defRPr sz="1400">
            <a:solidFill>
              <a:srgbClr val="000000"/>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rgbClr val="4D4D4D"/>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kumimoji="1" sz="1400" smtClean="0">
            <a:solidFill>
              <a:srgbClr val="000000"/>
            </a:solidFill>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e22874f6-adfb-4a0f-8e30-7a0c4003f922">VP3RZPH3PXDA-1779588296-54</_dlc_DocId>
    <_dlc_DocIdUrl xmlns="e22874f6-adfb-4a0f-8e30-7a0c4003f922">
      <Url>https://mitsubishielectricgroup.sharepoint.com/sites/002837/AEDMSP0118/_layouts/15/DocIdRedir.aspx?ID=VP3RZPH3PXDA-1779588296-54</Url>
      <Description>VP3RZPH3PXDA-1779588296-54</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2162E30A7E8254995CBE12D2AE9C302" ma:contentTypeVersion="8" ma:contentTypeDescription="新しいドキュメントを作成します。" ma:contentTypeScope="" ma:versionID="ea77ff09c003be2b84d4c0440dc1b450">
  <xsd:schema xmlns:xsd="http://www.w3.org/2001/XMLSchema" xmlns:xs="http://www.w3.org/2001/XMLSchema" xmlns:p="http://schemas.microsoft.com/office/2006/metadata/properties" xmlns:ns2="e22874f6-adfb-4a0f-8e30-7a0c4003f922" xmlns:ns3="94f6b81c-c099-4be3-a0c4-58c19ba0c646" targetNamespace="http://schemas.microsoft.com/office/2006/metadata/properties" ma:root="true" ma:fieldsID="6fdb6724e2bafc80b2349aae2c7cfe53" ns2:_="" ns3:_="">
    <xsd:import namespace="e22874f6-adfb-4a0f-8e30-7a0c4003f922"/>
    <xsd:import namespace="94f6b81c-c099-4be3-a0c4-58c19ba0c64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2874f6-adfb-4a0f-8e30-7a0c4003f922" elementFormDefault="qualified">
    <xsd:import namespace="http://schemas.microsoft.com/office/2006/documentManagement/types"/>
    <xsd:import namespace="http://schemas.microsoft.com/office/infopath/2007/PartnerControls"/>
    <xsd:element name="_dlc_DocId" ma:index="8" nillable="true" ma:displayName="ドキュメント ID 値" ma:description="このアイテムに割り当てられているドキュメント ID の値です。" ma:indexed="true" ma:internalName="_dlc_DocId" ma:readOnly="true">
      <xsd:simpleType>
        <xsd:restriction base="dms:Text"/>
      </xsd:simpleType>
    </xsd:element>
    <xsd:element name="_dlc_DocIdUrl" ma:index="9" nillable="true" ma:displayName="ドキュメントID:" ma:description="このドキュメントへの常時接続リンクです。"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94f6b81c-c099-4be3-a0c4-58c19ba0c64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1FE52D-42C9-4BDB-9162-250F36D1EF3F}">
  <ds:schemaRefs>
    <ds:schemaRef ds:uri="http://schemas.microsoft.com/office/2006/metadata/properties"/>
    <ds:schemaRef ds:uri="http://schemas.microsoft.com/office/infopath/2007/PartnerControls"/>
    <ds:schemaRef ds:uri="f11ddcc9-08ce-44ec-a8a2-515652e566a8"/>
    <ds:schemaRef ds:uri="fe9ed57b-07c4-4111-9a9a-eea6dd44bb52"/>
  </ds:schemaRefs>
</ds:datastoreItem>
</file>

<file path=customXml/itemProps2.xml><?xml version="1.0" encoding="utf-8"?>
<ds:datastoreItem xmlns:ds="http://schemas.openxmlformats.org/officeDocument/2006/customXml" ds:itemID="{BE2FE003-3572-407D-83C5-B7F7F374AA53}"/>
</file>

<file path=customXml/itemProps3.xml><?xml version="1.0" encoding="utf-8"?>
<ds:datastoreItem xmlns:ds="http://schemas.openxmlformats.org/officeDocument/2006/customXml" ds:itemID="{BD0BA520-C161-4B41-97BD-6E0C62236702}">
  <ds:schemaRefs>
    <ds:schemaRef ds:uri="http://schemas.microsoft.com/sharepoint/events"/>
  </ds:schemaRefs>
</ds:datastoreItem>
</file>

<file path=customXml/itemProps4.xml><?xml version="1.0" encoding="utf-8"?>
<ds:datastoreItem xmlns:ds="http://schemas.openxmlformats.org/officeDocument/2006/customXml" ds:itemID="{D1F9C423-425E-4C88-AF75-4F4CE8B004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7</Words>
  <Application>Microsoft Office PowerPoint</Application>
  <PresentationFormat>ワイド画面</PresentationFormat>
  <Paragraphs>7</Paragraphs>
  <Slides>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BIZ UDPゴシック</vt:lpstr>
      <vt:lpstr>BIZ UDPゴシック</vt:lpstr>
      <vt:lpstr>游ゴシック</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2025-08-07T12:27:53Z</dcterms:created>
  <dcterms:modified xsi:type="dcterms:W3CDTF">2026-03-31T03:04:58Z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0x01010002162E30A7E8254995CBE12D2AE9C302</vt:lpwstr>
  </property>
  <property fmtid="{D5CDD505-2E9C-101B-9397-08002B2CF9AE}" pid="3" name="_dlc_DocIdItemGuid">
    <vt:lpwstr>42c38ff8-e52b-4215-8e7a-2b84ba713bd7</vt:lpwstr>
  </property>
  <property fmtid="{D5CDD505-2E9C-101B-9397-08002B2CF9AE}" pid="4" name="MediaServiceImageTags">
    <vt:lpwstr/>
  </property>
</Properties>
</file>